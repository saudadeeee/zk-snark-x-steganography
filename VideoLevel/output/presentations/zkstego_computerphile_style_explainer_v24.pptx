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a69bb47f2894c6e" /><Relationship Type="http://schemas.openxmlformats.org/officeDocument/2006/relationships/extended-properties" Target="/docProps/app.xml" Id="R015598f2233c4988" /><Relationship Type="http://schemas.openxmlformats.org/officeDocument/2006/relationships/officeDocument" Target="/ppt/presentation.xml" Id="Rf29d2bc08fc94de9" /></Relationships>
</file>

<file path=ppt/presentation.xml><?xml version="1.0" encoding="utf-8"?>
<p:presentation xmlns:p="http://schemas.openxmlformats.org/presentationml/2006/main">
  <p:sldMasterIdLst>
    <p:sldMasterId xmlns:r="http://schemas.openxmlformats.org/officeDocument/2006/relationships" id="2147483648" r:id="R6b8d4284fa1f4750"/>
  </p:sldMasterIdLst>
  <p:notesMasterIdLst>
    <p:notesMasterId xmlns:r="http://schemas.openxmlformats.org/officeDocument/2006/relationships" r:id="R4d6f82f95d6144e9"/>
  </p:notesMasterIdLst>
  <p:sldIdLst>
    <p:sldId xmlns:r="http://schemas.openxmlformats.org/officeDocument/2006/relationships" id="256" r:id="Rc2adf0635e794fa0"/>
    <p:sldId xmlns:r="http://schemas.openxmlformats.org/officeDocument/2006/relationships" id="257" r:id="Rdb0e412f1c45458a"/>
    <p:sldId xmlns:r="http://schemas.openxmlformats.org/officeDocument/2006/relationships" id="258" r:id="Re648c1be848647ce"/>
    <p:sldId xmlns:r="http://schemas.openxmlformats.org/officeDocument/2006/relationships" id="259" r:id="R7c4d288871694885"/>
    <p:sldId xmlns:r="http://schemas.openxmlformats.org/officeDocument/2006/relationships" id="260" r:id="Rdb20146fb2254ecb"/>
    <p:sldId xmlns:r="http://schemas.openxmlformats.org/officeDocument/2006/relationships" id="261" r:id="R7bf3be5217db432d"/>
    <p:sldId xmlns:r="http://schemas.openxmlformats.org/officeDocument/2006/relationships" id="262" r:id="R37361053289149ef"/>
    <p:sldId xmlns:r="http://schemas.openxmlformats.org/officeDocument/2006/relationships" id="263" r:id="R07f93baa12ae4cb0"/>
    <p:sldId xmlns:r="http://schemas.openxmlformats.org/officeDocument/2006/relationships" id="264" r:id="R5b592751bc584b7d"/>
    <p:sldId xmlns:r="http://schemas.openxmlformats.org/officeDocument/2006/relationships" id="265" r:id="Re7260f9ef8204101"/>
    <p:sldId xmlns:r="http://schemas.openxmlformats.org/officeDocument/2006/relationships" id="266" r:id="R41a84b31fae44500"/>
    <p:sldId xmlns:r="http://schemas.openxmlformats.org/officeDocument/2006/relationships" id="267" r:id="Rfa2b854b6f544fa8"/>
    <p:sldId xmlns:r="http://schemas.openxmlformats.org/officeDocument/2006/relationships" id="268" r:id="R0753d9454cca4e58"/>
    <p:sldId xmlns:r="http://schemas.openxmlformats.org/officeDocument/2006/relationships" id="269" r:id="Re58591c075b7452a"/>
    <p:sldId xmlns:r="http://schemas.openxmlformats.org/officeDocument/2006/relationships" id="270" r:id="Rde4d7e15c08c4148"/>
    <p:sldId xmlns:r="http://schemas.openxmlformats.org/officeDocument/2006/relationships" id="271" r:id="R94a89bb6f77b4500"/>
    <p:sldId xmlns:r="http://schemas.openxmlformats.org/officeDocument/2006/relationships" id="272" r:id="Rd3c289c040fd44f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0eb8c9480e248ad" /><Relationship Type="http://schemas.openxmlformats.org/officeDocument/2006/relationships/slideMaster" Target="/ppt/slideMasters/slideMaster1.xml" Id="R6b8d4284fa1f4750" /><Relationship Type="http://schemas.openxmlformats.org/officeDocument/2006/relationships/notesMaster" Target="/ppt/notesMasters/notesMaster1.xml" Id="R4d6f82f95d6144e9" /><Relationship Type="http://schemas.openxmlformats.org/officeDocument/2006/relationships/presProps" Target="/ppt/presProps.xml" Id="Ra80c754b8eb94bfb" /><Relationship Type="http://schemas.openxmlformats.org/officeDocument/2006/relationships/tableStyles" Target="/ppt/tableStyles.xml" Id="R11b441bfa0ae4ce3" /><Relationship Type="http://schemas.openxmlformats.org/officeDocument/2006/relationships/slide" Target="/ppt/slides/slide1.xml" Id="Rc2adf0635e794fa0" /><Relationship Type="http://schemas.openxmlformats.org/officeDocument/2006/relationships/slide" Target="/ppt/slides/slide2.xml" Id="Rdb0e412f1c45458a" /><Relationship Type="http://schemas.openxmlformats.org/officeDocument/2006/relationships/slide" Target="/ppt/slides/slide3.xml" Id="Re648c1be848647ce" /><Relationship Type="http://schemas.openxmlformats.org/officeDocument/2006/relationships/slide" Target="/ppt/slides/slide4.xml" Id="R7c4d288871694885" /><Relationship Type="http://schemas.openxmlformats.org/officeDocument/2006/relationships/slide" Target="/ppt/slides/slide5.xml" Id="Rdb20146fb2254ecb" /><Relationship Type="http://schemas.openxmlformats.org/officeDocument/2006/relationships/slide" Target="/ppt/slides/slide6.xml" Id="R7bf3be5217db432d" /><Relationship Type="http://schemas.openxmlformats.org/officeDocument/2006/relationships/slide" Target="/ppt/slides/slide7.xml" Id="R37361053289149ef" /><Relationship Type="http://schemas.openxmlformats.org/officeDocument/2006/relationships/slide" Target="/ppt/slides/slide8.xml" Id="R07f93baa12ae4cb0" /><Relationship Type="http://schemas.openxmlformats.org/officeDocument/2006/relationships/slide" Target="/ppt/slides/slide9.xml" Id="R5b592751bc584b7d" /><Relationship Type="http://schemas.openxmlformats.org/officeDocument/2006/relationships/slide" Target="/ppt/slides/slide10.xml" Id="Re7260f9ef8204101" /><Relationship Type="http://schemas.openxmlformats.org/officeDocument/2006/relationships/slide" Target="/ppt/slides/slide11.xml" Id="R41a84b31fae44500" /><Relationship Type="http://schemas.openxmlformats.org/officeDocument/2006/relationships/slide" Target="/ppt/slides/slide12.xml" Id="Rfa2b854b6f544fa8" /><Relationship Type="http://schemas.openxmlformats.org/officeDocument/2006/relationships/slide" Target="/ppt/slides/slide13.xml" Id="R0753d9454cca4e58" /><Relationship Type="http://schemas.openxmlformats.org/officeDocument/2006/relationships/slide" Target="/ppt/slides/slide14.xml" Id="Re58591c075b7452a" /><Relationship Type="http://schemas.openxmlformats.org/officeDocument/2006/relationships/slide" Target="/ppt/slides/slide15.xml" Id="Rde4d7e15c08c4148" /><Relationship Type="http://schemas.openxmlformats.org/officeDocument/2006/relationships/slide" Target="/ppt/slides/slide16.xml" Id="R94a89bb6f77b4500" /><Relationship Type="http://schemas.openxmlformats.org/officeDocument/2006/relationships/slide" Target="/ppt/slides/slide17.xml" Id="Rd3c289c040fd44f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e67e31ee827461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df3f04867844548" /><Relationship Type="http://schemas.openxmlformats.org/officeDocument/2006/relationships/notesMaster" Target="/ppt/notesMasters/notesMaster1.xml" Id="R2784ed034ac64291" /></Relationships>
</file>

<file path=ppt/notesSlides/_rels/notesSlide2.xml.rels>&#65279;<?xml version="1.0" encoding="utf-8"?><Relationships xmlns="http://schemas.openxmlformats.org/package/2006/relationships"><Relationship Type="http://schemas.openxmlformats.org/officeDocument/2006/relationships/slide" Target="/ppt/slides/slide2.xml" Id="Rba370f6b18524bfa" /><Relationship Type="http://schemas.openxmlformats.org/officeDocument/2006/relationships/notesMaster" Target="/ppt/notesMasters/notesMaster1.xml" Id="Ra1a282cf6b314f84" /></Relationships>
</file>

<file path=ppt/notesSlides/_rels/notesSlide3.xml.rels>&#65279;<?xml version="1.0" encoding="utf-8"?><Relationships xmlns="http://schemas.openxmlformats.org/package/2006/relationships"><Relationship Type="http://schemas.openxmlformats.org/officeDocument/2006/relationships/slide" Target="/ppt/slides/slide3.xml" Id="R92b6d368ec614724" /><Relationship Type="http://schemas.openxmlformats.org/officeDocument/2006/relationships/notesMaster" Target="/ppt/notesMasters/notesMaster1.xml" Id="R79da68e3d7bc462a" /></Relationships>
</file>

<file path=ppt/notesSlides/_rels/notesSlide4.xml.rels>&#65279;<?xml version="1.0" encoding="utf-8"?><Relationships xmlns="http://schemas.openxmlformats.org/package/2006/relationships"><Relationship Type="http://schemas.openxmlformats.org/officeDocument/2006/relationships/slide" Target="/ppt/slides/slide4.xml" Id="R24ac48a8b1604bde" /><Relationship Type="http://schemas.openxmlformats.org/officeDocument/2006/relationships/notesMaster" Target="/ppt/notesMasters/notesMaster1.xml" Id="R9dfdd4651e454b10" /></Relationships>
</file>

<file path=ppt/notesSlides/_rels/notesSlide5.xml.rels>&#65279;<?xml version="1.0" encoding="utf-8"?><Relationships xmlns="http://schemas.openxmlformats.org/package/2006/relationships"><Relationship Type="http://schemas.openxmlformats.org/officeDocument/2006/relationships/slide" Target="/ppt/slides/slide5.xml" Id="Rc752e1bf20434f1d" /><Relationship Type="http://schemas.openxmlformats.org/officeDocument/2006/relationships/notesMaster" Target="/ppt/notesMasters/notesMaster1.xml" Id="R8a4bc3295bf64a39" /></Relationships>
</file>

<file path=ppt/notesSlides/_rels/notesSlide6.xml.rels>&#65279;<?xml version="1.0" encoding="utf-8"?><Relationships xmlns="http://schemas.openxmlformats.org/package/2006/relationships"><Relationship Type="http://schemas.openxmlformats.org/officeDocument/2006/relationships/slide" Target="/ppt/slides/slide6.xml" Id="R6087b536341842ff" /><Relationship Type="http://schemas.openxmlformats.org/officeDocument/2006/relationships/notesMaster" Target="/ppt/notesMasters/notesMaster1.xml" Id="Rc3feec890fee49e7" /></Relationships>
</file>

<file path=ppt/notesSlides/_rels/notesSlide7.xml.rels>&#65279;<?xml version="1.0" encoding="utf-8"?><Relationships xmlns="http://schemas.openxmlformats.org/package/2006/relationships"><Relationship Type="http://schemas.openxmlformats.org/officeDocument/2006/relationships/slide" Target="/ppt/slides/slide7.xml" Id="R02a9a393ffa14243" /><Relationship Type="http://schemas.openxmlformats.org/officeDocument/2006/relationships/notesMaster" Target="/ppt/notesMasters/notesMaster1.xml" Id="R0ca111889d8744e5" /></Relationships>
</file>

<file path=ppt/notesSlides/_rels/notesSlide8.xml.rels>&#65279;<?xml version="1.0" encoding="utf-8"?><Relationships xmlns="http://schemas.openxmlformats.org/package/2006/relationships"><Relationship Type="http://schemas.openxmlformats.org/officeDocument/2006/relationships/slide" Target="/ppt/slides/slide8.xml" Id="R73a978db066346bb" /><Relationship Type="http://schemas.openxmlformats.org/officeDocument/2006/relationships/notesMaster" Target="/ppt/notesMasters/notesMaster1.xml" Id="R0b061711c13547ee" /></Relationships>
</file>

<file path=ppt/notesSlides/_rels/notesSlide9.xml.rels>&#65279;<?xml version="1.0" encoding="utf-8"?><Relationships xmlns="http://schemas.openxmlformats.org/package/2006/relationships"><Relationship Type="http://schemas.openxmlformats.org/officeDocument/2006/relationships/slide" Target="/ppt/slides/slide9.xml" Id="Rd696958cd6a54b9a" /><Relationship Type="http://schemas.openxmlformats.org/officeDocument/2006/relationships/notesMaster" Target="/ppt/notesMasters/notesMaster1.xml" Id="R0a6f74a7793a49c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040382ec9124f1d" /><Relationship Type="http://schemas.openxmlformats.org/officeDocument/2006/relationships/notesMaster" Target="/ppt/notesMasters/notesMaster1.xml" Id="R752822d10c224f6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cdc6834a0994abf" /><Relationship Type="http://schemas.openxmlformats.org/officeDocument/2006/relationships/notesMaster" Target="/ppt/notesMasters/notesMaster1.xml" Id="R03190f4e6494414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8804b865bae4809" /><Relationship Type="http://schemas.openxmlformats.org/officeDocument/2006/relationships/notesMaster" Target="/ppt/notesMasters/notesMaster1.xml" Id="R62543daef43c4cc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9adfe244c7b4188" /><Relationship Type="http://schemas.openxmlformats.org/officeDocument/2006/relationships/notesMaster" Target="/ppt/notesMasters/notesMaster1.xml" Id="R1a9dfbcbc7e14d6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da5e1331fce4bb7" /><Relationship Type="http://schemas.openxmlformats.org/officeDocument/2006/relationships/notesMaster" Target="/ppt/notesMasters/notesMaster1.xml" Id="R1e280c6286bd491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9ca3e9b2b384f2e" /><Relationship Type="http://schemas.openxmlformats.org/officeDocument/2006/relationships/notesMaster" Target="/ppt/notesMasters/notesMaster1.xml" Id="R062aff3c7c424a4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57ee9e5fd934eb9" /><Relationship Type="http://schemas.openxmlformats.org/officeDocument/2006/relationships/notesMaster" Target="/ppt/notesMasters/notesMaster1.xml" Id="R5737181980c1480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61632982ed746fc" /><Relationship Type="http://schemas.openxmlformats.org/officeDocument/2006/relationships/notesMaster" Target="/ppt/notesMasters/notesMaster1.xml" Id="Ra91e995610914e8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a:t>
            </a:r>
          </a:p>
          <a:p xmlns:a="http://schemas.openxmlformats.org/drawingml/2006/main">
            <a:r>
              <a:t>doc/bao_cao_khoa_hoc_he_thong_zkstego_vi.tex, phần mở đầu.</a:t>
            </a:r>
          </a:p>
          <a:p xmlns:a="http://schemas.openxmlformats.org/drawingml/2006/main">
            <a:r>
              <a:t/>
            </a:r>
          </a:p>
          <a:p xmlns:a="http://schemas.openxmlformats.org/drawingml/2006/main">
            <a:r>
              <a:t>THUẬT NGỮ VÀ Ý NGHĨA</a:t>
            </a:r>
          </a:p>
          <a:p xmlns:a="http://schemas.openxmlformats.org/drawingml/2006/main">
            <a:r>
              <a:t>ZK-SNARK là proof ngắn cho phép kiểm chứng một mệnh đề mà không lộ witness. Video steganography là giấu dữ liệu trong video. H.264 là chuẩn nén video; CAVLC là entropy coding dùng cho coefficient trong phạm vi native path.</a:t>
            </a:r>
          </a:p>
          <a:p xmlns:a="http://schemas.openxmlformats.org/drawingml/2006/main">
            <a:r>
              <a:t/>
            </a:r>
          </a:p>
          <a:p xmlns:a="http://schemas.openxmlformats.org/drawingml/2006/main">
            <a:r>
              <a:t>ẢNH HƯỞNG TỚI HỆ THỐNG</a:t>
            </a:r>
          </a:p>
          <a:p xmlns:a="http://schemas.openxmlformats.org/drawingml/2006/main">
            <a:r>
              <a:t>Deck mô tả cách proof được đóng gói thành payload, đi qua H.264 CAVLC rồi quay lại bước verify. Mục tiêu không chỉ là giấu bytes, mà còn giữ stream decode được và payload có thể kiểm chứng.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a:t>
            </a:r>
          </a:p>
          <a:p xmlns:a="http://schemas.openxmlformats.org/drawingml/2006/main">
            <a:r>
              <a:t>doc/bao_cao_khoa_hoc_he_thong_zkstego_vi.tex, phần mở đầu và Figure 1.</a:t>
            </a:r>
          </a:p>
          <a:p xmlns:a="http://schemas.openxmlformats.org/drawingml/2006/main">
            <a:r>
              <a:t/>
            </a:r>
          </a:p>
          <a:p xmlns:a="http://schemas.openxmlformats.org/drawingml/2006/main">
            <a:r>
              <a:t>THUẬT NGỮ VÀ Ý NGHĨA</a:t>
            </a:r>
          </a:p>
          <a:p xmlns:a="http://schemas.openxmlformats.org/drawingml/2006/main">
            <a:r>
              <a:t>ZK prover tạo bằng chứng zero-knowledge cho một mệnh đề mà không lộ dữ liệu bí mật. Payload packer đóng gói length, message và proof bytes. Native CAVLC là phần C/C++ đọc và patch bitstream H.264. Stego H.264 là video sau khi mang payload.</a:t>
            </a:r>
          </a:p>
          <a:p xmlns:a="http://schemas.openxmlformats.org/drawingml/2006/main">
            <a:r>
              <a:t/>
            </a:r>
          </a:p>
          <a:p xmlns:a="http://schemas.openxmlformats.org/drawingml/2006/main">
            <a:r>
              <a:t>ẢNH HƯỞNG TỚI HỆ THỐNG</a:t>
            </a:r>
          </a:p>
          <a:p xmlns:a="http://schemas.openxmlformats.org/drawingml/2006/main">
            <a:r>
              <a:t>Tách prover khỏi native path giúp hệ thống không phải tạo proof ở mỗi frame. Native chỉ làm việc với payload đã đóng gói, giảm độ trễ và giữ trách nhiệm rõ ràng giữa tạo proof, nhúng, trích xuất và kiểm chứng.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a:t>
            </a:r>
          </a:p>
          <a:p xmlns:a="http://schemas.openxmlformats.org/drawingml/2006/main">
            <a:r>
              <a:t>doc/bao_cao_khoa_hoc_he_thong_zkstego_vi.tex, phần mở đầu và residual/CAVLC.</a:t>
            </a:r>
          </a:p>
          <a:p xmlns:a="http://schemas.openxmlformats.org/drawingml/2006/main">
            <a:r>
              <a:t/>
            </a:r>
          </a:p>
          <a:p xmlns:a="http://schemas.openxmlformats.org/drawingml/2006/main">
            <a:r>
              <a:t>THUẬT NGỮ VÀ Ý NGHĨA</a:t>
            </a:r>
          </a:p>
          <a:p xmlns:a="http://schemas.openxmlformats.org/drawingml/2006/main">
            <a:r>
              <a:t>Cover video là video H.264 gốc dùng làm vật mang. Bitstream là chuỗi bit mã hóa của video. Residual là phần sai khác sau prediction, còn coefficient là giá trị sau transform và quantization.</a:t>
            </a:r>
          </a:p>
          <a:p xmlns:a="http://schemas.openxmlformats.org/drawingml/2006/main">
            <a:r>
              <a:t/>
            </a:r>
          </a:p>
          <a:p xmlns:a="http://schemas.openxmlformats.org/drawingml/2006/main">
            <a:r>
              <a:t>ẢNH HƯỞNG TỚI HỆ THỐNG</a:t>
            </a:r>
          </a:p>
          <a:p xmlns:a="http://schemas.openxmlformats.org/drawingml/2006/main">
            <a:r>
              <a:t>Hệ thống không thay pixel trực tiếp mà chỉ đổi dấu của coefficient đã lọc. Cách này giới hạn thay đổi ở lớp mã hóa, giúp stego video vẫn có khả năng decode và giảm nguy cơ khác biệt thị giác rõ rệt.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a:t>
            </a:r>
          </a:p>
          <a:p xmlns:a="http://schemas.openxmlformats.org/drawingml/2006/main">
            <a:r>
              <a:t>native/src/cavlc_stream.cpp: SPS/PPS/IDR validation; doc/bao_cao_khoa_hoc_he_thong_zkstego_vi.tex, sections 4 và 6.</a:t>
            </a:r>
          </a:p>
          <a:p xmlns:a="http://schemas.openxmlformats.org/drawingml/2006/main">
            <a:r>
              <a:t/>
            </a:r>
          </a:p>
          <a:p xmlns:a="http://schemas.openxmlformats.org/drawingml/2006/main">
            <a:r>
              <a:t>THUẬT NGỮ VÀ Ý NGHĨA</a:t>
            </a:r>
          </a:p>
          <a:p xmlns:a="http://schemas.openxmlformats.org/drawingml/2006/main">
            <a:r>
              <a:t>Elementary stream H.264 Annex-B là chuỗi NAL unit thô có start code. MP4, MOV và MKV là container, không phải bitstream mà parser đọc trực tiếp. CABAC và CAVLC là hai entropy mode khác nhau.</a:t>
            </a:r>
          </a:p>
          <a:p xmlns:a="http://schemas.openxmlformats.org/drawingml/2006/main">
            <a:r>
              <a:t/>
            </a:r>
          </a:p>
          <a:p xmlns:a="http://schemas.openxmlformats.org/drawingml/2006/main">
            <a:r>
              <a:t>ẢNH HƯỞNG TỚI HỆ THỐNG</a:t>
            </a:r>
          </a:p>
          <a:p xmlns:a="http://schemas.openxmlformats.org/drawingml/2006/main">
            <a:r>
              <a:t>Chọn đúng input quyết định parser có tìm được NAL và CAVLC hay không. Đưa container thẳng vào native path có thể làm parser đọc sai ranh giới dữ liệu; CABAC nằm ngoài phạm vi nhúng CAVLC hiện tại.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a:t>
            </a:r>
          </a:p>
          <a:p xmlns:a="http://schemas.openxmlformats.org/drawingml/2006/main">
            <a:r>
              <a:t>doc/bao_cao_khoa_hoc_he_thong_zkstego_vi.pdf, Figure 7; native/src/cavlc_stream.cpp. Dải hex là ví dụ giải thích, không phải byte dump của một file cụ thể.</a:t>
            </a:r>
          </a:p>
          <a:p xmlns:a="http://schemas.openxmlformats.org/drawingml/2006/main">
            <a:r>
              <a:t/>
            </a:r>
          </a:p>
          <a:p xmlns:a="http://schemas.openxmlformats.org/drawingml/2006/main">
            <a:r>
              <a:t>THUẬT NGỮ VÀ Ý NGHĨA</a:t>
            </a:r>
          </a:p>
          <a:p xmlns:a="http://schemas.openxmlformats.org/drawingml/2006/main">
            <a:r>
              <a:t>Hex là cách viết một byte bằng hai ký tự cơ số 16. Start code 00 00 01 hoặc 00 00 00 01 đánh dấu NAL mới. Byte 65 là ví dụ NAL header cho IDR slice. Slice header mang tham số giải mã, còn slice data có residual được CAVLC mã hóa.</a:t>
            </a:r>
          </a:p>
          <a:p xmlns:a="http://schemas.openxmlformats.org/drawingml/2006/main">
            <a:r>
              <a:t/>
            </a:r>
          </a:p>
          <a:p xmlns:a="http://schemas.openxmlformats.org/drawingml/2006/main">
            <a:r>
              <a:t>ẢNH HƯỞNG TỚI HỆ THỐNG</a:t>
            </a:r>
          </a:p>
          <a:p xmlns:a="http://schemas.openxmlformats.org/drawingml/2006/main">
            <a:r>
              <a:t>Native phải tách đúng từng vùng trước khi đụng đến CAVLC. Không nhúng vào start code hoặc header, vì chúng quyết định ranh giới và cách decoder diễn giải dữ liệu. Chỉ sau khi xác nhận IDR/CAVLC, parser mới lọc sign bit trong residual.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a:t>
            </a:r>
          </a:p>
          <a:p xmlns:a="http://schemas.openxmlformats.org/drawingml/2006/main">
            <a:r>
              <a:t>doc/system_video_embedding_walkthrough.pdf, hierarchy và Figures 5–10; doc/bao_cao_khoa_hoc_he_thong_zkstego_vi.tex, residual/CAVLC.</a:t>
            </a:r>
          </a:p>
          <a:p xmlns:a="http://schemas.openxmlformats.org/drawingml/2006/main">
            <a:r>
              <a:t/>
            </a:r>
          </a:p>
          <a:p xmlns:a="http://schemas.openxmlformats.org/drawingml/2006/main">
            <a:r>
              <a:t>THUẬT NGỮ VÀ Ý NGHĨA</a:t>
            </a:r>
          </a:p>
          <a:p xmlns:a="http://schemas.openxmlformats.org/drawingml/2006/main">
            <a:r>
              <a:t>IDR frame là frame intra. Macroblock 16×16 là đơn vị mã hóa cấp cao trong H.264 Baseline/Main. Residual 4×4 là block sai khác nhỏ đi vào transform và CAVLC. Coefficient là giá trị tần số sau lượng tử hóa.</a:t>
            </a:r>
          </a:p>
          <a:p xmlns:a="http://schemas.openxmlformats.org/drawingml/2006/main">
            <a:r>
              <a:t/>
            </a:r>
          </a:p>
          <a:p xmlns:a="http://schemas.openxmlformats.org/drawingml/2006/main">
            <a:r>
              <a:t>ẢNH HƯỞNG TỚI HỆ THỐNG</a:t>
            </a:r>
          </a:p>
          <a:p xmlns:a="http://schemas.openxmlformats.org/drawingml/2006/main">
            <a:r>
              <a:t>Việc phóng to theo đúng hierarchy cho thấy capacity không đến từ toàn bộ video mà đến từ các coefficient hợp lệ. Điều này giúp ước lượng số vị trí nhúng và tránh sửa các vùng không được parser hỗ trợ.</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a:t>
            </a:r>
          </a:p>
          <a:p xmlns:a="http://schemas.openxmlformats.org/drawingml/2006/main">
            <a:r>
              <a:t>doc/bao_cao_khoa_hoc_he_thong_zkstego_vi.pdf, Figure 5 và phần residual/CAVLC. Minh họa là hình giải thích, không phải ảnh hệ thống thật.</a:t>
            </a:r>
          </a:p>
          <a:p xmlns:a="http://schemas.openxmlformats.org/drawingml/2006/main">
            <a:r>
              <a:t/>
            </a:r>
          </a:p>
          <a:p xmlns:a="http://schemas.openxmlformats.org/drawingml/2006/main">
            <a:r>
              <a:t>THUẬT NGỮ VÀ Ý NGHĨA</a:t>
            </a:r>
          </a:p>
          <a:p xmlns:a="http://schemas.openxmlformats.org/drawingml/2006/main">
            <a:r>
              <a:t>Intra prediction ước lượng block từ mẫu lân cận. Transform đưa residual từ miền pixel sang coefficient. Quantization làm nhiều coefficient nhỏ về zero. CAVLC nén các coefficient còn lại bằng code độ dài biến thiên theo ngữ cảnh.</a:t>
            </a:r>
          </a:p>
          <a:p xmlns:a="http://schemas.openxmlformats.org/drawingml/2006/main">
            <a:r>
              <a:t/>
            </a:r>
          </a:p>
          <a:p xmlns:a="http://schemas.openxmlformats.org/drawingml/2006/main">
            <a:r>
              <a:t>ẢNH HƯỞNG TỚI HỆ THỐNG</a:t>
            </a:r>
          </a:p>
          <a:p xmlns:a="http://schemas.openxmlformats.org/drawingml/2006/main">
            <a:r>
              <a:t>Các bước này xác định cấu trúc bit mà native phải giữ nguyên. Patch chỉ nên xảy ra khi không làm thay đổi ranh giới codeword hoặc làm decoder diễn giải coefficient khác với mục đích ban đầu.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a:t>
            </a:r>
          </a:p>
          <a:p xmlns:a="http://schemas.openxmlformats.org/drawingml/2006/main">
            <a:r>
              <a:t>doc/bao_cao_khoa_hoc_he_thong_zkstego_vi.tex, section Macroblock, residual, transform và CAVLC. Minh họa pixel-to-coeff-example-v2.png do AI tạo để giải thích trực quan.</a:t>
            </a:r>
          </a:p>
          <a:p xmlns:a="http://schemas.openxmlformats.org/drawingml/2006/main">
            <a:r>
              <a:t/>
            </a:r>
          </a:p>
          <a:p xmlns:a="http://schemas.openxmlformats.org/drawingml/2006/main">
            <a:r>
              <a:t>THUẬT NGỮ VÀ Ý NGHĨA</a:t>
            </a:r>
          </a:p>
          <a:p xmlns:a="http://schemas.openxmlformats.org/drawingml/2006/main">
            <a:r>
              <a:t>Pixel là giá trị màu hiển thị. Prediction tạo bản ước lượng. Residual là pixel gốc trừ prediction. Coefficient 4×4 là residual sau transform và quantization. CAVLC entropy-code các coefficient khác zero.</a:t>
            </a:r>
          </a:p>
          <a:p xmlns:a="http://schemas.openxmlformats.org/drawingml/2006/main">
            <a:r>
              <a:t/>
            </a:r>
          </a:p>
          <a:p xmlns:a="http://schemas.openxmlformats.org/drawingml/2006/main">
            <a:r>
              <a:t>ẢNH HƯỞNG TỚI HỆ THỐNG</a:t>
            </a:r>
          </a:p>
          <a:p xmlns:a="http://schemas.openxmlformats.org/drawingml/2006/main">
            <a:r>
              <a:t>Steganography chỉ xuất hiện sau bước coefficient. Vì magnitude và cấu trúc mã phải được tôn trọng, native thay đổi ít dữ liệu hơn so với sửa pixel và có cơ hội giữ video trong điều kiện decode hợp lệ.</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a:t>
            </a:r>
          </a:p>
          <a:p xmlns:a="http://schemas.openxmlformats.org/drawingml/2006/main">
            <a:r>
              <a:t>native/src/cavlc_stream.cpp, decode_cavlc_luma_block, collect_cavlc_trailing_one_sign_candidates, patch routines. Minh họa là hình giải thích, không phải ảnh hệ thống thật.</a:t>
            </a:r>
          </a:p>
          <a:p xmlns:a="http://schemas.openxmlformats.org/drawingml/2006/main">
            <a:r>
              <a:t/>
            </a:r>
          </a:p>
          <a:p xmlns:a="http://schemas.openxmlformats.org/drawingml/2006/main">
            <a:r>
              <a:t>THUẬT NGỮ VÀ Ý NGHĨA</a:t>
            </a:r>
          </a:p>
          <a:p xmlns:a="http://schemas.openxmlformats.org/drawingml/2006/main">
            <a:r>
              <a:t>Parse tách NAL và slice. Decode đọc cấu trúc CAVLC của block. Candidate là sign bit có thể được xem xét. Bit offset là vị trí chính xác trong stream. Patch là thao tác ghi lại một bit vào offset đã xác nhận.</a:t>
            </a:r>
          </a:p>
          <a:p xmlns:a="http://schemas.openxmlformats.org/drawingml/2006/main">
            <a:r>
              <a:t/>
            </a:r>
          </a:p>
          <a:p xmlns:a="http://schemas.openxmlformats.org/drawingml/2006/main">
            <a:r>
              <a:t>ẢNH HƯỞNG TỚI HỆ THỐNG</a:t>
            </a:r>
          </a:p>
          <a:p xmlns:a="http://schemas.openxmlformats.org/drawingml/2006/main">
            <a:r>
              <a:t>Native không thể patch theo suy đoán. Ghi offset lúc decode giúp writer sửa đúng bit và tránh quét lại với ngữ cảnh khác. Đây là nền tảng cho tính quyết định của embed và extract.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a:t>
            </a:r>
          </a:p>
          <a:p xmlns:a="http://schemas.openxmlformats.org/drawingml/2006/main">
            <a:r>
              <a:t>doc/bao_cao_khoa_hoc_he_thong_zkstego_vi.tex, section Residual 4×4, CAVLC và vị trí nhúng. Minh họa cavlc-ribbon-example-v3.png do AI tạo để giải thích trực quan.</a:t>
            </a:r>
          </a:p>
          <a:p xmlns:a="http://schemas.openxmlformats.org/drawingml/2006/main">
            <a:r>
              <a:t/>
            </a:r>
          </a:p>
          <a:p xmlns:a="http://schemas.openxmlformats.org/drawingml/2006/main">
            <a:r>
              <a:t>THUẬT NGỮ VÀ Ý NGHĨA</a:t>
            </a:r>
          </a:p>
          <a:p xmlns:a="http://schemas.openxmlformats.org/drawingml/2006/main">
            <a:r>
              <a:t>coeff_token mã hóa TotalCoeff và TrailingOnes. T1 signs là dấu của tối đa ba trailing-one có magnitude bằng 1. levels là các coefficient còn lại. total_zeros cho biết số zero xen giữa, còn run_before chỉ cách phân bố zero trước từng coefficient khi dựng lại block.</a:t>
            </a:r>
          </a:p>
          <a:p xmlns:a="http://schemas.openxmlformats.org/drawingml/2006/main">
            <a:r>
              <a:t/>
            </a:r>
          </a:p>
          <a:p xmlns:a="http://schemas.openxmlformats.org/drawingml/2006/main">
            <a:r>
              <a:t>ẢNH HƯỞNG TỚI HỆ THỐNG</a:t>
            </a:r>
          </a:p>
          <a:p xmlns:a="http://schemas.openxmlformats.org/drawingml/2006/main">
            <a:r>
              <a:t>Chỉ T1 signs có thể đổi dấu mà không đổi magnitude. Tuy nhiên native vẫn phải bảo toàn các phần còn lại để decoder tái dựng đúng block. Một nhãn CAVLC bị hiểu sai có thể dẫn đến nhúng nhầm bit hoặc phá vỡ khả năng extract.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a:t>
            </a:r>
          </a:p>
          <a:p xmlns:a="http://schemas.openxmlformats.org/drawingml/2006/main">
            <a:r>
              <a:t>doc/system_video_embedding_walkthrough.pdf, Figure 6 và native path validation. Minh họa là hình giải thích, không phải ảnh hệ thống thật.</a:t>
            </a:r>
          </a:p>
          <a:p xmlns:a="http://schemas.openxmlformats.org/drawingml/2006/main">
            <a:r>
              <a:t/>
            </a:r>
          </a:p>
          <a:p xmlns:a="http://schemas.openxmlformats.org/drawingml/2006/main">
            <a:r>
              <a:t>THUẬT NGỮ VÀ Ý NGHĨA</a:t>
            </a:r>
          </a:p>
          <a:p xmlns:a="http://schemas.openxmlformats.org/drawingml/2006/main">
            <a:r>
              <a:t>Candidate là vị trí sign bit tiềm năng. Safety filter kiểm tra candidate thuộc nhánh parser hỗ trợ, là trailing-one magnitude 1, giữ độ dài codeword khi patch và vượt qua kiểm tra sau patch. Operating position là candidate đã qua toàn bộ các điều kiện này.</a:t>
            </a:r>
          </a:p>
          <a:p xmlns:a="http://schemas.openxmlformats.org/drawingml/2006/main">
            <a:r>
              <a:t/>
            </a:r>
          </a:p>
          <a:p xmlns:a="http://schemas.openxmlformats.org/drawingml/2006/main">
            <a:r>
              <a:t>ẢNH HƯỞNG TỚI HỆ THỐNG</a:t>
            </a:r>
          </a:p>
          <a:p xmlns:a="http://schemas.openxmlformats.org/drawingml/2006/main">
            <a:r>
              <a:t>Lọc vị trí an toàn bảo vệ ba tính chất đồng thời: decoder vẫn đọc được video, extractor tái lập đúng payload và thay đổi không vượt qua quality gate. Bỏ lọc có thể làm lệch cách decoder tách codeword, khiến payload sai hoặc stream hỏng.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a:t>
            </a:r>
          </a:p>
          <a:p xmlns:a="http://schemas.openxmlformats.org/drawingml/2006/main">
            <a:r>
              <a:t>doc/system_video_embedding_walkthrough.pdf, Figure 9 và doc/bao_cao_khoa_hoc_he_thong_zkstego_vi.tex, CAVLC T1 sign bit. Minh họa là hình giải thích, không phải ảnh hệ thống thật.</a:t>
            </a:r>
          </a:p>
          <a:p xmlns:a="http://schemas.openxmlformats.org/drawingml/2006/main">
            <a:r>
              <a:t/>
            </a:r>
          </a:p>
          <a:p xmlns:a="http://schemas.openxmlformats.org/drawingml/2006/main">
            <a:r>
              <a:t>THUẬT NGỮ VÀ Ý NGHĨA</a:t>
            </a:r>
          </a:p>
          <a:p xmlns:a="http://schemas.openxmlformats.org/drawingml/2006/main">
            <a:r>
              <a:t>Payload bit là bit của message hoặc proof sau đóng gói. Trailing-one là coefficient cuối có magnitude 1 trong thứ tự CAVLC. Sign là dấu âm hoặc dương; magnitude là độ lớn tuyệt đối. Mapping là quy ước gán bit 0 hoặc 1 vào một dấu.</a:t>
            </a:r>
          </a:p>
          <a:p xmlns:a="http://schemas.openxmlformats.org/drawingml/2006/main">
            <a:r>
              <a:t/>
            </a:r>
          </a:p>
          <a:p xmlns:a="http://schemas.openxmlformats.org/drawingml/2006/main">
            <a:r>
              <a:t>ẢNH HƯỞNG TỚI HỆ THỐNG</a:t>
            </a:r>
          </a:p>
          <a:p xmlns:a="http://schemas.openxmlformats.org/drawingml/2006/main">
            <a:r>
              <a:t>Đổi −1 thành +1 chỉ thay sign, không thay magnitude. Quy tắc mapping phải giống hệt ở embed và extract, nếu không payload khôi phục sẽ sai dù video vẫn decode được.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a:t>
            </a:r>
          </a:p>
          <a:p xmlns:a="http://schemas.openxmlformats.org/drawingml/2006/main">
            <a:r>
              <a:t>doc/system_video_embedding_walkthrough.pdf, Figure 10. Kiểm tra: doc/bao_cao_khoa_hoc_he_thong_zkstego_vi.tex, benchmark validation. Minh họa là hình giải thích, không phải ảnh hệ thống thật.</a:t>
            </a:r>
          </a:p>
          <a:p xmlns:a="http://schemas.openxmlformats.org/drawingml/2006/main">
            <a:r>
              <a:t/>
            </a:r>
          </a:p>
          <a:p xmlns:a="http://schemas.openxmlformats.org/drawingml/2006/main">
            <a:r>
              <a:t>THUẬT NGỮ VÀ Ý NGHĨA</a:t>
            </a:r>
          </a:p>
          <a:p xmlns:a="http://schemas.openxmlformats.org/drawingml/2006/main">
            <a:r>
              <a:t>Native writer là phần tái tạo output bitstream. Context là trạng thái parse cần thiết để ghi đúng block. Bit offset là vị trí patch đã ghi nhận. Strict decode kiểm tra stream tuân thủ. Quality gate là ngưỡng PSNR, SSIM hoặc chỉ số đã định nghĩa trong run.</a:t>
            </a:r>
          </a:p>
          <a:p xmlns:a="http://schemas.openxmlformats.org/drawingml/2006/main">
            <a:r>
              <a:t/>
            </a:r>
          </a:p>
          <a:p xmlns:a="http://schemas.openxmlformats.org/drawingml/2006/main">
            <a:r>
              <a:t>ẢNH HƯỞNG TỚI HỆ THỐNG</a:t>
            </a:r>
          </a:p>
          <a:p xmlns:a="http://schemas.openxmlformats.org/drawingml/2006/main">
            <a:r>
              <a:t>Tái tạo và kiểm tra sau patch biến việc nhúng thành một quy trình có kiểm soát. Stream chỉ được chấp nhận khi dữ liệu đã ghi đủ, decoder chạy thành công và chất lượng chưa vượt ngưỡng suy giảm.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a:t>
            </a:r>
          </a:p>
          <a:p xmlns:a="http://schemas.openxmlformats.org/drawingml/2006/main">
            <a:r>
              <a:t>doc/system_video_embedding_walkthrough.pdf, Figure 11; source description: doc/bao_cao_khoa_hoc_he_thong_zkstego_vi.tex. Minh họa là hình giải thích, không phải ảnh hệ thống thật.</a:t>
            </a:r>
          </a:p>
          <a:p xmlns:a="http://schemas.openxmlformats.org/drawingml/2006/main">
            <a:r>
              <a:t/>
            </a:r>
          </a:p>
          <a:p xmlns:a="http://schemas.openxmlformats.org/drawingml/2006/main">
            <a:r>
              <a:t>THUẬT NGỮ VÀ Ý NGHĨA</a:t>
            </a:r>
          </a:p>
          <a:p xmlns:a="http://schemas.openxmlformats.org/drawingml/2006/main">
            <a:r>
              <a:t>Blind extraction là trích xuất không cần cover video gốc. Key xác định quy tắc hoặc thứ tự chọn vị trí. Operating position là candidate đã qua filter và thực sự dùng. Payload blob là chuỗi bytes đóng gói length, message và proof.</a:t>
            </a:r>
          </a:p>
          <a:p xmlns:a="http://schemas.openxmlformats.org/drawingml/2006/main">
            <a:r>
              <a:t/>
            </a:r>
          </a:p>
          <a:p xmlns:a="http://schemas.openxmlformats.org/drawingml/2006/main">
            <a:r>
              <a:t>ẢNH HƯỞNG TỚI HỆ THỐNG</a:t>
            </a:r>
          </a:p>
          <a:p xmlns:a="http://schemas.openxmlformats.org/drawingml/2006/main">
            <a:r>
              <a:t>Không cần cover gốc giúp hệ thống thực tế hơn khi chia sẻ stego video. Đổi lại, key và quy tắc chọn vị trí phải tái lập chính xác, nếu không extractor đọc nhầm sign bit và không thể giải khung payload.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a:t>
            </a:r>
          </a:p>
          <a:p xmlns:a="http://schemas.openxmlformats.org/drawingml/2006/main">
            <a:r>
              <a:t>doc/bao_cao_khoa_hoc_he_thong_zkstego_vi.tex, phần mở đầu và payload contract. Minh họa là hình giải thích, không phải ảnh hệ thống thật.</a:t>
            </a:r>
          </a:p>
          <a:p xmlns:a="http://schemas.openxmlformats.org/drawingml/2006/main">
            <a:r>
              <a:t/>
            </a:r>
          </a:p>
          <a:p xmlns:a="http://schemas.openxmlformats.org/drawingml/2006/main">
            <a:r>
              <a:t>THUẬT NGỮ VÀ Ý NGHĨA</a:t>
            </a:r>
          </a:p>
          <a:p xmlns:a="http://schemas.openxmlformats.org/drawingml/2006/main">
            <a:r>
              <a:t>Groth16 là hệ chứng minh zero-knowledge. Proof là bằng chứng tạo bởi prover. Public signals là dữ liệu công khai ràng buộc mệnh đề. Verification key cho verifier kiểm tra proof. Payload blob chứa các bytes cần tách lại trước khi verify.</a:t>
            </a:r>
          </a:p>
          <a:p xmlns:a="http://schemas.openxmlformats.org/drawingml/2006/main">
            <a:r>
              <a:t/>
            </a:r>
          </a:p>
          <a:p xmlns:a="http://schemas.openxmlformats.org/drawingml/2006/main">
            <a:r>
              <a:t>ẢNH HƯỞNG TỚI HỆ THỐNG</a:t>
            </a:r>
          </a:p>
          <a:p xmlns:a="http://schemas.openxmlformats.org/drawingml/2006/main">
            <a:r>
              <a:t>Verify thành công xác nhận payload mang proof hợp lệ theo public signals, chứ không chỉ xác nhận video decode được. Bước này nối tính toàn vẹn của stego payload với mệnh đề ZK mà hệ thống cần chứng minh.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a:t>
            </a:r>
          </a:p>
          <a:p xmlns:a="http://schemas.openxmlformats.org/drawingml/2006/main">
            <a:r>
              <a:t>doc/bao_cao_khoa_hoc_he_thong_zkstego_vi.tex, HTTP và WebSocket sections.</a:t>
            </a:r>
          </a:p>
          <a:p xmlns:a="http://schemas.openxmlformats.org/drawingml/2006/main">
            <a:r>
              <a:t/>
            </a:r>
          </a:p>
          <a:p xmlns:a="http://schemas.openxmlformats.org/drawingml/2006/main">
            <a:r>
              <a:t>THUẬT NGỮ VÀ Ý NGHĨA</a:t>
            </a:r>
          </a:p>
          <a:p xmlns:a="http://schemas.openxmlformats.org/drawingml/2006/main">
            <a:r>
              <a:t>HTTP job là xử lý theo yêu cầu hoàn tất sau. WebSocket live là kênh hai chiều cho chunks liên tục. Backpressure là cơ chế làm chậm producer khi consumer chưa xử lý kịp. stdin/stdout là luồng vào ra của native process.</a:t>
            </a:r>
          </a:p>
          <a:p xmlns:a="http://schemas.openxmlformats.org/drawingml/2006/main">
            <a:r>
              <a:t/>
            </a:r>
          </a:p>
          <a:p xmlns:a="http://schemas.openxmlformats.org/drawingml/2006/main">
            <a:r>
              <a:t>ẢNH HƯỞNG TỚI HỆ THỐNG</a:t>
            </a:r>
          </a:p>
          <a:p xmlns:a="http://schemas.openxmlformats.org/drawingml/2006/main">
            <a:r>
              <a:t>Hai đường dùng chung native engine nên kết quả bitstream phải nhất quán. Backpressure quan trọng với live path vì mất cân bằng tốc độ có thể gây trễ, mất chunk hoặc làm áp lực bộ nhớ tăng cao.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a:t>
            </a:r>
          </a:p>
          <a:p xmlns:a="http://schemas.openxmlformats.org/drawingml/2006/main">
            <a:r>
              <a:t>doc/bao_cao_khoa_hoc_he_thong_zkstego_vi.tex, conclusions; native/src/cavlc_stream.cpp validation paths.</a:t>
            </a:r>
          </a:p>
          <a:p xmlns:a="http://schemas.openxmlformats.org/drawingml/2006/main">
            <a:r>
              <a:t/>
            </a:r>
          </a:p>
          <a:p xmlns:a="http://schemas.openxmlformats.org/drawingml/2006/main">
            <a:r>
              <a:t>THUẬT NGỮ VÀ Ý NGHĨA</a:t>
            </a:r>
          </a:p>
          <a:p xmlns:a="http://schemas.openxmlformats.org/drawingml/2006/main">
            <a:r>
              <a:t>Baseline/Main CAVLC là profile và entropy mode native đang hỗ trợ. CABAC là entropy mode khác. GOP là nhóm frame có quan hệ dự đoán. P/B-frame phụ thuộc frame khác. Frame-only và IDR I-slice là phạm vi parsing hiện tại.</a:t>
            </a:r>
          </a:p>
          <a:p xmlns:a="http://schemas.openxmlformats.org/drawingml/2006/main">
            <a:r>
              <a:t/>
            </a:r>
          </a:p>
          <a:p xmlns:a="http://schemas.openxmlformats.org/drawingml/2006/main">
            <a:r>
              <a:t>ẢNH HƯỞNG TỚI HỆ THỐNG</a:t>
            </a:r>
          </a:p>
          <a:p xmlns:a="http://schemas.openxmlformats.org/drawingml/2006/main">
            <a:r>
              <a:t>Nêu rõ phạm vi bảo vệ khỏi tuyên bố quá mức. Tính đúng của native path hiện gắn với Annex-B, CAVLC và IDR frame; mở rộng sang CABAC hoặc P/B-frame cần parser, test và validation riêng.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a62793662c143d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98913546e4547d1" /><Relationship Type="http://schemas.openxmlformats.org/officeDocument/2006/relationships/slideLayout" Target="/ppt/slideLayouts/slideLayout1.xml" Id="R53de35635b7148e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3de35635b7148e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4e41c562ef245eb" /><Relationship Type="http://schemas.openxmlformats.org/officeDocument/2006/relationships/image" Target="/ppt/media/image.png" Id="Racc810cf9fa24110" /><Relationship Type="http://schemas.openxmlformats.org/officeDocument/2006/relationships/notesSlide" Target="/ppt/notesSlides/notesSlide1.xml" Id="Rd13443ede8d448c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4ab65b480f54a7f" /><Relationship Type="http://schemas.openxmlformats.org/officeDocument/2006/relationships/notesSlide" Target="/ppt/notesSlides/notesSlide2.xml" Id="Redc1af46d0b646b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9a5035369f740fa" /><Relationship Type="http://schemas.openxmlformats.org/officeDocument/2006/relationships/image" Target="/ppt/media/image2.png" Id="R18f2e1803728455f" /><Relationship Type="http://schemas.openxmlformats.org/officeDocument/2006/relationships/notesSlide" Target="/ppt/notesSlides/notesSlide3.xml" Id="R4d95f792a8274df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b31b61f4f394b9b" /><Relationship Type="http://schemas.openxmlformats.org/officeDocument/2006/relationships/notesSlide" Target="/ppt/notesSlides/notesSlide4.xml" Id="R2fe4f453a19e45c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55cb868e609415d" /><Relationship Type="http://schemas.openxmlformats.org/officeDocument/2006/relationships/notesSlide" Target="/ppt/notesSlides/notesSlide5.xml" Id="Rb833f46ee4434dd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75e9df85124495f" /><Relationship Type="http://schemas.openxmlformats.org/officeDocument/2006/relationships/image" Target="/ppt/media/image3.png" Id="R7118008fd4de4849" /><Relationship Type="http://schemas.openxmlformats.org/officeDocument/2006/relationships/notesSlide" Target="/ppt/notesSlides/notesSlide6.xml" Id="R55ecb26bd67948b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8dd7be3d65e4d13" /><Relationship Type="http://schemas.openxmlformats.org/officeDocument/2006/relationships/image" Target="/ppt/media/image4.png" Id="R76bb85995ec8481e" /><Relationship Type="http://schemas.openxmlformats.org/officeDocument/2006/relationships/notesSlide" Target="/ppt/notesSlides/notesSlide7.xml" Id="Rd5d5459ce8224ad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6aa9bf935e3463f" /><Relationship Type="http://schemas.openxmlformats.org/officeDocument/2006/relationships/image" Target="/ppt/media/image5.png" Id="R46d0eceed3814dbf" /><Relationship Type="http://schemas.openxmlformats.org/officeDocument/2006/relationships/notesSlide" Target="/ppt/notesSlides/notesSlide8.xml" Id="R9d3a42452d4047d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7729f0678e44465" /><Relationship Type="http://schemas.openxmlformats.org/officeDocument/2006/relationships/image" Target="/ppt/media/image6.png" Id="Rc4de0fe3cc2d4d5a" /><Relationship Type="http://schemas.openxmlformats.org/officeDocument/2006/relationships/notesSlide" Target="/ppt/notesSlides/notesSlide9.xml" Id="R9375db4bad6841a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b4f904f1f96469e" /><Relationship Type="http://schemas.openxmlformats.org/officeDocument/2006/relationships/image" Target="/ppt/media/image7.png" Id="R5b150d3707154ec4" /><Relationship Type="http://schemas.openxmlformats.org/officeDocument/2006/relationships/notesSlide" Target="/ppt/notesSlides/notesSlide10.xml" Id="R849a7ac174a94b7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3513cfc64a248b7" /><Relationship Type="http://schemas.openxmlformats.org/officeDocument/2006/relationships/image" Target="/ppt/media/image8.png" Id="Rb635a31c7436423e" /><Relationship Type="http://schemas.openxmlformats.org/officeDocument/2006/relationships/notesSlide" Target="/ppt/notesSlides/notesSlide11.xml" Id="Rb403a2a2101b404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283ec65de244b7c" /><Relationship Type="http://schemas.openxmlformats.org/officeDocument/2006/relationships/image" Target="/ppt/media/image9.png" Id="Rebde14ec28d540f7" /><Relationship Type="http://schemas.openxmlformats.org/officeDocument/2006/relationships/notesSlide" Target="/ppt/notesSlides/notesSlide12.xml" Id="Rb191b1157dbb4eb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621354002e24057" /><Relationship Type="http://schemas.openxmlformats.org/officeDocument/2006/relationships/image" Target="/ppt/media/image10.png" Id="R9c4c1356485a4bef" /><Relationship Type="http://schemas.openxmlformats.org/officeDocument/2006/relationships/notesSlide" Target="/ppt/notesSlides/notesSlide13.xml" Id="R01fe917b165143b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74828522ab04530" /><Relationship Type="http://schemas.openxmlformats.org/officeDocument/2006/relationships/image" Target="/ppt/media/image11.png" Id="R0502891bae4c4474" /><Relationship Type="http://schemas.openxmlformats.org/officeDocument/2006/relationships/notesSlide" Target="/ppt/notesSlides/notesSlide14.xml" Id="R03e291d3ef8a4fc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985e311d7de4332" /><Relationship Type="http://schemas.openxmlformats.org/officeDocument/2006/relationships/image" Target="/ppt/media/image12.png" Id="Ra327a131ffb9469d" /><Relationship Type="http://schemas.openxmlformats.org/officeDocument/2006/relationships/notesSlide" Target="/ppt/notesSlides/notesSlide15.xml" Id="Rd2f205e39e3c475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98eeb3e03184b6b" /><Relationship Type="http://schemas.openxmlformats.org/officeDocument/2006/relationships/notesSlide" Target="/ppt/notesSlides/notesSlide16.xml" Id="R7b4f9bb962ce4ce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0125704b0e04733" /><Relationship Type="http://schemas.openxmlformats.org/officeDocument/2006/relationships/notesSlide" Target="/ppt/notesSlides/notesSlide17.xml" Id="R0064290614864e27"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820FBC9-F815-4DDD-9404-D11134353E57}"/>
              </a:ext>
            </a:extLst>
          </p:cNvPr>
          <p:cNvSpPr>
            <a:spLocks xmlns:a="http://schemas.openxmlformats.org/drawingml/2006/main" noGrp="1"/>
          </p:cNvSpPr>
          <p:nvPr/>
        </p:nvSpPr>
        <p:spPr>
          <a:xfrm xmlns:a="http://schemas.openxmlformats.org/drawingml/2006/main">
            <a:off x="533400" y="914400"/>
            <a:ext cx="4476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7807"/>
          </a:bodyPr>
          <a:lstStyle xmlns:a="http://schemas.openxmlformats.org/drawingml/2006/main"/>
          <a:p xmlns:a="http://schemas.openxmlformats.org/drawingml/2006/main">
            <a:pPr>
              <a:defRPr sz="3750" b="1">
                <a:solidFill>
                  <a:srgbClr val="0B1B35"/>
                </a:solidFill>
                <a:latin typeface="Arial"/>
                <a:ea typeface="Arial"/>
                <a:cs typeface="Arial"/>
              </a:defRPr>
            </a:pPr>
            <a:r>
              <a:rPr sz="3750" b="1">
                <a:solidFill>
                  <a:srgbClr val="0B1B35"/>
                </a:solidFill>
                <a:latin typeface="Arial"/>
                <a:ea typeface="Arial"/>
                <a:cs typeface="Arial"/>
              </a:rPr>
              <a:t>ZK-SNARK ×</a:t>
            </a:r>
          </a:p>
          <a:p xmlns:a="http://schemas.openxmlformats.org/drawingml/2006/main">
            <a:pPr>
              <a:defRPr sz="3750" b="1">
                <a:solidFill>
                  <a:srgbClr val="0B1B35"/>
                </a:solidFill>
                <a:latin typeface="Arial"/>
                <a:ea typeface="Arial"/>
                <a:cs typeface="Arial"/>
              </a:defRPr>
            </a:pPr>
            <a:r>
              <a:rPr sz="3750" b="1">
                <a:solidFill>
                  <a:srgbClr val="0B1B35"/>
                </a:solidFill>
                <a:latin typeface="Arial"/>
                <a:ea typeface="Arial"/>
                <a:cs typeface="Arial"/>
              </a:rPr>
              <a:t>Video Steganography</a:t>
            </a:r>
          </a:p>
        </p:txBody>
      </p:sp>
      <p:sp>
        <p:nvSpPr>
          <p:cNvPr id="2" name="">
            <a:extLst xmlns:a="http://schemas.openxmlformats.org/drawingml/2006/main">
              <a:ext uri="{FF2B5EF4-FFF2-40B4-BE49-F238E27FC236}">
                <a16:creationId xmlns:a16="http://schemas.microsoft.com/office/drawing/2014/main" id="{9DB8F6F8-3F30-4CBB-96B1-9BBF75FEFEB4}"/>
              </a:ext>
            </a:extLst>
          </p:cNvPr>
          <p:cNvSpPr>
            <a:spLocks xmlns:a="http://schemas.openxmlformats.org/drawingml/2006/main" noGrp="1"/>
          </p:cNvSpPr>
          <p:nvPr/>
        </p:nvSpPr>
        <p:spPr>
          <a:xfrm xmlns:a="http://schemas.openxmlformats.org/drawingml/2006/main">
            <a:off x="571500" y="2343150"/>
            <a:ext cx="4000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777"/>
          </a:bodyPr>
          <a:lstStyle xmlns:a="http://schemas.openxmlformats.org/drawingml/2006/main"/>
          <a:p xmlns:a="http://schemas.openxmlformats.org/drawingml/2006/main">
            <a:pPr>
              <a:defRPr sz="1500">
                <a:solidFill>
                  <a:srgbClr val="5A6780"/>
                </a:solidFill>
                <a:latin typeface="Arial"/>
                <a:ea typeface="Arial"/>
                <a:cs typeface="Arial"/>
              </a:defRPr>
            </a:pPr>
            <a:r>
              <a:rPr sz="1500">
                <a:solidFill>
                  <a:srgbClr val="5A6780"/>
                </a:solidFill>
                <a:latin typeface="Arial"/>
                <a:ea typeface="Arial"/>
                <a:cs typeface="Arial"/>
              </a:rPr>
              <a:t>Một hành trình trực quan từ cover video H.264 đến bit CAVLC, payload và kiểm chứng Groth16</a:t>
            </a:r>
          </a:p>
        </p:txBody>
      </p:sp>
      <p:sp>
        <p:nvSpPr>
          <p:cNvPr id="3" name="">
            <a:extLst xmlns:a="http://schemas.openxmlformats.org/drawingml/2006/main">
              <a:ext uri="{FF2B5EF4-FFF2-40B4-BE49-F238E27FC236}">
                <a16:creationId xmlns:a16="http://schemas.microsoft.com/office/drawing/2014/main" id="{52A12634-06D6-4C8F-8D4D-7A2652E5A0EF}"/>
              </a:ext>
            </a:extLst>
          </p:cNvPr>
          <p:cNvSpPr>
            <a:spLocks xmlns:a="http://schemas.openxmlformats.org/drawingml/2006/main" noGrp="1"/>
          </p:cNvSpPr>
          <p:nvPr/>
        </p:nvSpPr>
        <p:spPr>
          <a:xfrm xmlns:a="http://schemas.openxmlformats.org/drawingml/2006/main">
            <a:off x="571500" y="3371850"/>
            <a:ext cx="1733550" cy="276225"/>
          </a:xfrm>
          <a:prstGeom xmlns:a="http://schemas.openxmlformats.org/drawingml/2006/main" prst="roundRect">
            <a:avLst>
              <a:gd name="adj" fmla="val 27586"/>
            </a:avLst>
          </a:prstGeom>
          <a:solidFill xmlns:a="http://schemas.openxmlformats.org/drawingml/2006/main">
            <a:srgbClr val="F2994A">
              <a:alpha val="8235"/>
            </a:srgbClr>
          </a:solidFill>
          <a:ln xmlns:a="http://schemas.openxmlformats.org/drawingml/2006/main" w="9525">
            <a:solidFill>
              <a:srgbClr val="F2994A"/>
            </a:solidFill>
          </a:ln>
        </p:spPr>
      </p:sp>
      <p:sp>
        <p:nvSpPr>
          <p:cNvPr id="4" name="">
            <a:extLst xmlns:a="http://schemas.openxmlformats.org/drawingml/2006/main">
              <a:ext uri="{FF2B5EF4-FFF2-40B4-BE49-F238E27FC236}">
                <a16:creationId xmlns:a16="http://schemas.microsoft.com/office/drawing/2014/main" id="{B7DE8F49-0ABD-4033-B7F8-3F86101EA90A}"/>
              </a:ext>
            </a:extLst>
          </p:cNvPr>
          <p:cNvSpPr>
            <a:spLocks xmlns:a="http://schemas.openxmlformats.org/drawingml/2006/main" noGrp="1"/>
          </p:cNvSpPr>
          <p:nvPr/>
        </p:nvSpPr>
        <p:spPr>
          <a:xfrm xmlns:a="http://schemas.openxmlformats.org/drawingml/2006/main">
            <a:off x="666750" y="3429000"/>
            <a:ext cx="15430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44048"/>
          </a:bodyPr>
          <a:lstStyle xmlns:a="http://schemas.openxmlformats.org/drawingml/2006/main"/>
          <a:p xmlns:a="http://schemas.openxmlformats.org/drawingml/2006/main">
            <a:pPr>
              <a:defRPr sz="1050" b="1">
                <a:solidFill>
                  <a:srgbClr val="10213D"/>
                </a:solidFill>
                <a:latin typeface="Arial"/>
                <a:ea typeface="Arial"/>
                <a:cs typeface="Arial"/>
              </a:defRPr>
            </a:pPr>
            <a:r>
              <a:rPr sz="1050" b="1">
                <a:solidFill>
                  <a:srgbClr val="10213D"/>
                </a:solidFill>
                <a:latin typeface="Arial"/>
                <a:ea typeface="Arial"/>
                <a:cs typeface="Arial"/>
              </a:rPr>
              <a:t>TECHNICAL EXPLAINER</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acc810cf9fa24110"/>
          <a:stretch xmlns:a="http://schemas.openxmlformats.org/drawingml/2006/main"/>
        </p:blipFill>
        <p:spPr>
          <a:xfrm xmlns:a="http://schemas.openxmlformats.org/drawingml/2006/main">
            <a:off x="4810125" y="1203887"/>
            <a:ext cx="6858000" cy="3859676"/>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898BC65F-2713-4E06-8783-82EA3F74B53E}"/>
              </a:ext>
            </a:extLst>
          </p:cNvPr>
          <p:cNvSpPr>
            <a:spLocks xmlns:a="http://schemas.openxmlformats.org/drawingml/2006/main" noGrp="1"/>
          </p:cNvSpPr>
          <p:nvPr/>
        </p:nvSpPr>
        <p:spPr>
          <a:xfrm xmlns:a="http://schemas.openxmlformats.org/drawingml/2006/main">
            <a:off x="571500" y="5981700"/>
            <a:ext cx="3048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846"/>
          </a:bodyPr>
          <a:lstStyle xmlns:a="http://schemas.openxmlformats.org/drawingml/2006/main"/>
          <a:p xmlns:a="http://schemas.openxmlformats.org/drawingml/2006/main">
            <a:pPr>
              <a:defRPr sz="975">
                <a:solidFill>
                  <a:srgbClr val="8B96A8"/>
                </a:solidFill>
                <a:latin typeface="Arial"/>
                <a:ea typeface="Arial"/>
                <a:cs typeface="Arial"/>
              </a:defRPr>
            </a:pPr>
            <a:r>
              <a:rPr sz="975">
                <a:solidFill>
                  <a:srgbClr val="8B96A8"/>
                </a:solidFill>
                <a:latin typeface="Arial"/>
                <a:ea typeface="Arial"/>
                <a:cs typeface="Arial"/>
              </a:rPr>
              <a:t>Tài liệu kỹ thuật nội bộ · 2026</a:t>
            </a:r>
          </a:p>
        </p:txBody>
      </p:sp>
    </p:spTree>
    <p:extLst>
      <p:ext uri="{BB962C8B-B14F-4D97-AF65-F5344CB8AC3E}">
        <p14:creationId xmlns:p14="http://schemas.microsoft.com/office/powerpoint/2010/main" val="23641335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2DF5A579-BA4F-4204-A67C-018CE69BAE96}"/>
              </a:ext>
            </a:extLst>
          </p:cNvPr>
          <p:cNvSpPr>
            <a:spLocks xmlns:a="http://schemas.openxmlformats.org/drawingml/2006/main" noGrp="1"/>
          </p:cNvSpPr>
          <p:nvPr/>
        </p:nvSpPr>
        <p:spPr>
          <a:xfrm xmlns:a="http://schemas.openxmlformats.org/drawingml/2006/main">
            <a:off x="419100" y="3524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0213D"/>
                </a:solidFill>
                <a:latin typeface="Arial"/>
                <a:ea typeface="Arial"/>
                <a:cs typeface="Arial"/>
              </a:defRPr>
            </a:pPr>
            <a:r>
              <a:rPr sz="2700" b="1">
                <a:solidFill>
                  <a:srgbClr val="10213D"/>
                </a:solidFill>
                <a:latin typeface="Arial"/>
                <a:ea typeface="Arial"/>
                <a:cs typeface="Arial"/>
              </a:rPr>
              <a:t>Sơ đồ hệ thống hiện tại</a:t>
            </a:r>
          </a:p>
        </p:txBody>
      </p:sp>
      <p:sp>
        <p:nvSpPr>
          <p:cNvPr id="2" name="">
            <a:extLst xmlns:a="http://schemas.openxmlformats.org/drawingml/2006/main">
              <a:ext uri="{FF2B5EF4-FFF2-40B4-BE49-F238E27FC236}">
                <a16:creationId xmlns:a16="http://schemas.microsoft.com/office/drawing/2014/main" id="{BA7D311E-CB64-48F2-943B-4FA4B828ED9B}"/>
              </a:ext>
            </a:extLst>
          </p:cNvPr>
          <p:cNvSpPr>
            <a:spLocks xmlns:a="http://schemas.openxmlformats.org/drawingml/2006/main" noGrp="1"/>
          </p:cNvSpPr>
          <p:nvPr/>
        </p:nvSpPr>
        <p:spPr>
          <a:xfrm xmlns:a="http://schemas.openxmlformats.org/drawingml/2006/main">
            <a:off x="438150" y="933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625"/>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Proof được tạo trước. Video chỉ mang payload đã đóng gói, còn native path chỉ đọc và sửa bitstream H.264.</a:t>
            </a:r>
          </a:p>
        </p:txBody>
      </p:sp>
      <p:sp>
        <p:nvSpPr>
          <p:cNvPr id="3" name="">
            <a:extLst xmlns:a="http://schemas.openxmlformats.org/drawingml/2006/main">
              <a:ext uri="{FF2B5EF4-FFF2-40B4-BE49-F238E27FC236}">
                <a16:creationId xmlns:a16="http://schemas.microsoft.com/office/drawing/2014/main" id="{C2677577-5813-4DFE-B6E1-C3570F5245E2}"/>
              </a:ext>
            </a:extLst>
          </p:cNvPr>
          <p:cNvSpPr>
            <a:spLocks xmlns:a="http://schemas.openxmlformats.org/drawingml/2006/main" noGrp="1"/>
          </p:cNvSpPr>
          <p:nvPr/>
        </p:nvSpPr>
        <p:spPr>
          <a:xfrm xmlns:a="http://schemas.openxmlformats.org/drawingml/2006/main">
            <a:off x="419100" y="1304925"/>
            <a:ext cx="11353800" cy="0"/>
          </a:xfrm>
          <a:prstGeom xmlns:a="http://schemas.openxmlformats.org/drawingml/2006/main" prst="line">
            <a:avLst/>
          </a:prstGeom>
          <a:noFill xmlns:a="http://schemas.openxmlformats.org/drawingml/2006/main"/>
          <a:ln xmlns:a="http://schemas.openxmlformats.org/drawingml/2006/main" w="9525">
            <a:solidFill>
              <a:srgbClr val="D6DFEB"/>
            </a:solidFill>
          </a:ln>
        </p:spPr>
      </p:sp>
      <p:sp>
        <p:nvSpPr>
          <p:cNvPr id="4" name="">
            <a:extLst xmlns:a="http://schemas.openxmlformats.org/drawingml/2006/main">
              <a:ext uri="{FF2B5EF4-FFF2-40B4-BE49-F238E27FC236}">
                <a16:creationId xmlns:a16="http://schemas.microsoft.com/office/drawing/2014/main" id="{C612DE0B-F8A7-45CB-B744-23F2FE4C8C59}"/>
              </a:ext>
            </a:extLst>
          </p:cNvPr>
          <p:cNvSpPr>
            <a:spLocks xmlns:a="http://schemas.openxmlformats.org/drawingml/2006/main" noGrp="1"/>
          </p:cNvSpPr>
          <p:nvPr/>
        </p:nvSpPr>
        <p:spPr>
          <a:xfrm xmlns:a="http://schemas.openxmlformats.org/drawingml/2006/main">
            <a:off x="400050" y="2333625"/>
            <a:ext cx="1885950" cy="1581150"/>
          </a:xfrm>
          <a:prstGeom xmlns:a="http://schemas.openxmlformats.org/drawingml/2006/main" prst="roundRect">
            <a:avLst>
              <a:gd name="adj" fmla="val 4819"/>
            </a:avLst>
          </a:prstGeom>
          <a:solidFill xmlns:a="http://schemas.openxmlformats.org/drawingml/2006/main">
            <a:srgbClr val="FFFFFF"/>
          </a:solidFill>
          <a:ln xmlns:a="http://schemas.openxmlformats.org/drawingml/2006/main" w="19050">
            <a:solidFill>
              <a:srgbClr val="7555D9"/>
            </a:solidFill>
          </a:ln>
        </p:spPr>
      </p:sp>
      <p:sp>
        <p:nvSpPr>
          <p:cNvPr id="5" name="">
            <a:extLst xmlns:a="http://schemas.openxmlformats.org/drawingml/2006/main">
              <a:ext uri="{FF2B5EF4-FFF2-40B4-BE49-F238E27FC236}">
                <a16:creationId xmlns:a16="http://schemas.microsoft.com/office/drawing/2014/main" id="{81B39D04-834E-4432-BA43-636A75C8E44A}"/>
              </a:ext>
            </a:extLst>
          </p:cNvPr>
          <p:cNvSpPr>
            <a:spLocks xmlns:a="http://schemas.openxmlformats.org/drawingml/2006/main" noGrp="1"/>
          </p:cNvSpPr>
          <p:nvPr/>
        </p:nvSpPr>
        <p:spPr>
          <a:xfrm xmlns:a="http://schemas.openxmlformats.org/drawingml/2006/main">
            <a:off x="400050" y="2333625"/>
            <a:ext cx="1885950" cy="95250"/>
          </a:xfrm>
          <a:prstGeom xmlns:a="http://schemas.openxmlformats.org/drawingml/2006/main" prst="rect">
            <a:avLst/>
          </a:prstGeom>
          <a:solidFill xmlns:a="http://schemas.openxmlformats.org/drawingml/2006/main">
            <a:srgbClr val="7555D9"/>
          </a:solidFill>
          <a:ln xmlns:a="http://schemas.openxmlformats.org/drawingml/2006/main" w="0">
            <a:solidFill>
              <a:srgbClr val="7555D9"/>
            </a:solidFill>
          </a:ln>
        </p:spPr>
      </p:sp>
      <p:sp>
        <p:nvSpPr>
          <p:cNvPr id="6" name="">
            <a:extLst xmlns:a="http://schemas.openxmlformats.org/drawingml/2006/main">
              <a:ext uri="{FF2B5EF4-FFF2-40B4-BE49-F238E27FC236}">
                <a16:creationId xmlns:a16="http://schemas.microsoft.com/office/drawing/2014/main" id="{B384B09D-C449-4F7B-AA9B-5CAD7ABB8079}"/>
              </a:ext>
            </a:extLst>
          </p:cNvPr>
          <p:cNvSpPr>
            <a:spLocks xmlns:a="http://schemas.openxmlformats.org/drawingml/2006/main" noGrp="1"/>
          </p:cNvSpPr>
          <p:nvPr/>
        </p:nvSpPr>
        <p:spPr>
          <a:xfrm xmlns:a="http://schemas.openxmlformats.org/drawingml/2006/main">
            <a:off x="552450" y="2647950"/>
            <a:ext cx="1581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9697"/>
          </a:bodyPr>
          <a:lstStyle xmlns:a="http://schemas.openxmlformats.org/drawingml/2006/main"/>
          <a:p xmlns:a="http://schemas.openxmlformats.org/drawingml/2006/main">
            <a:pPr>
              <a:defRPr sz="1650" b="1">
                <a:solidFill>
                  <a:srgbClr val="10213D"/>
                </a:solidFill>
                <a:latin typeface="Arial"/>
                <a:ea typeface="Arial"/>
                <a:cs typeface="Arial"/>
              </a:defRPr>
            </a:pPr>
            <a:r>
              <a:rPr sz="1650" b="1">
                <a:solidFill>
                  <a:srgbClr val="10213D"/>
                </a:solidFill>
                <a:latin typeface="Arial"/>
                <a:ea typeface="Arial"/>
                <a:cs typeface="Arial"/>
              </a:rPr>
              <a:t>1. ZK prover</a:t>
            </a:r>
          </a:p>
        </p:txBody>
      </p:sp>
      <p:sp>
        <p:nvSpPr>
          <p:cNvPr id="7" name="">
            <a:extLst xmlns:a="http://schemas.openxmlformats.org/drawingml/2006/main">
              <a:ext uri="{FF2B5EF4-FFF2-40B4-BE49-F238E27FC236}">
                <a16:creationId xmlns:a16="http://schemas.microsoft.com/office/drawing/2014/main" id="{7AB0ED5A-0A17-4932-A135-4E94385C7D0D}"/>
              </a:ext>
            </a:extLst>
          </p:cNvPr>
          <p:cNvSpPr>
            <a:spLocks xmlns:a="http://schemas.openxmlformats.org/drawingml/2006/main" noGrp="1"/>
          </p:cNvSpPr>
          <p:nvPr/>
        </p:nvSpPr>
        <p:spPr>
          <a:xfrm xmlns:a="http://schemas.openxmlformats.org/drawingml/2006/main">
            <a:off x="552450" y="3133725"/>
            <a:ext cx="1581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211"/>
          </a:bodyPr>
          <a:lstStyle xmlns:a="http://schemas.openxmlformats.org/drawingml/2006/main"/>
          <a:p xmlns:a="http://schemas.openxmlformats.org/drawingml/2006/main">
            <a:pPr>
              <a:defRPr sz="1425">
                <a:solidFill>
                  <a:srgbClr val="5A6780"/>
                </a:solidFill>
                <a:latin typeface="Arial"/>
                <a:ea typeface="Arial"/>
                <a:cs typeface="Arial"/>
              </a:defRPr>
            </a:pPr>
            <a:r>
              <a:rPr sz="1425">
                <a:solidFill>
                  <a:srgbClr val="5A6780"/>
                </a:solidFill>
                <a:latin typeface="Arial"/>
                <a:ea typeface="Arial"/>
                <a:cs typeface="Arial"/>
              </a:rPr>
              <a:t>Tạo message</a:t>
            </a:r>
          </a:p>
          <a:p xmlns:a="http://schemas.openxmlformats.org/drawingml/2006/main">
            <a:pPr>
              <a:defRPr sz="1425">
                <a:solidFill>
                  <a:srgbClr val="5A6780"/>
                </a:solidFill>
                <a:latin typeface="Arial"/>
                <a:ea typeface="Arial"/>
                <a:cs typeface="Arial"/>
              </a:defRPr>
            </a:pPr>
            <a:r>
              <a:rPr sz="1425">
                <a:solidFill>
                  <a:srgbClr val="5A6780"/>
                </a:solidFill>
                <a:latin typeface="Arial"/>
                <a:ea typeface="Arial"/>
                <a:cs typeface="Arial"/>
              </a:rPr>
              <a:t>và Groth16 proof</a:t>
            </a:r>
          </a:p>
        </p:txBody>
      </p:sp>
      <p:sp>
        <p:nvSpPr>
          <p:cNvPr id="8" name="">
            <a:extLst xmlns:a="http://schemas.openxmlformats.org/drawingml/2006/main">
              <a:ext uri="{FF2B5EF4-FFF2-40B4-BE49-F238E27FC236}">
                <a16:creationId xmlns:a16="http://schemas.microsoft.com/office/drawing/2014/main" id="{2CE03D12-BFBB-4018-AA7F-2DA308958626}"/>
              </a:ext>
            </a:extLst>
          </p:cNvPr>
          <p:cNvSpPr>
            <a:spLocks xmlns:a="http://schemas.openxmlformats.org/drawingml/2006/main" noGrp="1"/>
          </p:cNvSpPr>
          <p:nvPr/>
        </p:nvSpPr>
        <p:spPr>
          <a:xfrm xmlns:a="http://schemas.openxmlformats.org/drawingml/2006/main">
            <a:off x="2295525" y="28765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661"/>
          </a:bodyPr>
          <a:lstStyle xmlns:a="http://schemas.openxmlformats.org/drawingml/2006/main"/>
          <a:p xmlns:a="http://schemas.openxmlformats.org/drawingml/2006/main">
            <a:pPr>
              <a:defRPr sz="2775" b="1">
                <a:solidFill>
                  <a:srgbClr val="7555D9"/>
                </a:solidFill>
                <a:latin typeface="Arial"/>
                <a:ea typeface="Arial"/>
                <a:cs typeface="Arial"/>
              </a:defRPr>
            </a:pPr>
            <a:r>
              <a:rPr sz="2775" b="1">
                <a:solidFill>
                  <a:srgbClr val="7555D9"/>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845B2BBD-9298-4CD4-B2B9-11F3DE280130}"/>
              </a:ext>
            </a:extLst>
          </p:cNvPr>
          <p:cNvSpPr>
            <a:spLocks xmlns:a="http://schemas.openxmlformats.org/drawingml/2006/main" noGrp="1"/>
          </p:cNvSpPr>
          <p:nvPr/>
        </p:nvSpPr>
        <p:spPr>
          <a:xfrm xmlns:a="http://schemas.openxmlformats.org/drawingml/2006/main">
            <a:off x="2676525" y="2333625"/>
            <a:ext cx="1885950" cy="1581150"/>
          </a:xfrm>
          <a:prstGeom xmlns:a="http://schemas.openxmlformats.org/drawingml/2006/main" prst="roundRect">
            <a:avLst>
              <a:gd name="adj" fmla="val 4819"/>
            </a:avLst>
          </a:prstGeom>
          <a:solidFill xmlns:a="http://schemas.openxmlformats.org/drawingml/2006/main">
            <a:srgbClr val="FFFFFF"/>
          </a:solidFill>
          <a:ln xmlns:a="http://schemas.openxmlformats.org/drawingml/2006/main" w="19050">
            <a:solidFill>
              <a:srgbClr val="16A4C7"/>
            </a:solidFill>
          </a:ln>
        </p:spPr>
      </p:sp>
      <p:sp>
        <p:nvSpPr>
          <p:cNvPr id="10" name="">
            <a:extLst xmlns:a="http://schemas.openxmlformats.org/drawingml/2006/main">
              <a:ext uri="{FF2B5EF4-FFF2-40B4-BE49-F238E27FC236}">
                <a16:creationId xmlns:a16="http://schemas.microsoft.com/office/drawing/2014/main" id="{2A4C2EFA-2998-4A44-9751-AB19CC2908F5}"/>
              </a:ext>
            </a:extLst>
          </p:cNvPr>
          <p:cNvSpPr>
            <a:spLocks xmlns:a="http://schemas.openxmlformats.org/drawingml/2006/main" noGrp="1"/>
          </p:cNvSpPr>
          <p:nvPr/>
        </p:nvSpPr>
        <p:spPr>
          <a:xfrm xmlns:a="http://schemas.openxmlformats.org/drawingml/2006/main">
            <a:off x="2676525" y="2333625"/>
            <a:ext cx="1885950" cy="95250"/>
          </a:xfrm>
          <a:prstGeom xmlns:a="http://schemas.openxmlformats.org/drawingml/2006/main" prst="rect">
            <a:avLst/>
          </a:prstGeom>
          <a:solidFill xmlns:a="http://schemas.openxmlformats.org/drawingml/2006/main">
            <a:srgbClr val="16A4C7"/>
          </a:solidFill>
          <a:ln xmlns:a="http://schemas.openxmlformats.org/drawingml/2006/main" w="0">
            <a:solidFill>
              <a:srgbClr val="16A4C7"/>
            </a:solidFill>
          </a:ln>
        </p:spPr>
      </p:sp>
      <p:sp>
        <p:nvSpPr>
          <p:cNvPr id="11" name="">
            <a:extLst xmlns:a="http://schemas.openxmlformats.org/drawingml/2006/main">
              <a:ext uri="{FF2B5EF4-FFF2-40B4-BE49-F238E27FC236}">
                <a16:creationId xmlns:a16="http://schemas.microsoft.com/office/drawing/2014/main" id="{040D57AB-1A83-4F9A-998A-CB3EA45A09A4}"/>
              </a:ext>
            </a:extLst>
          </p:cNvPr>
          <p:cNvSpPr>
            <a:spLocks xmlns:a="http://schemas.openxmlformats.org/drawingml/2006/main" noGrp="1"/>
          </p:cNvSpPr>
          <p:nvPr/>
        </p:nvSpPr>
        <p:spPr>
          <a:xfrm xmlns:a="http://schemas.openxmlformats.org/drawingml/2006/main">
            <a:off x="2828925" y="2647950"/>
            <a:ext cx="1581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9697"/>
          </a:bodyPr>
          <a:lstStyle xmlns:a="http://schemas.openxmlformats.org/drawingml/2006/main"/>
          <a:p xmlns:a="http://schemas.openxmlformats.org/drawingml/2006/main">
            <a:pPr>
              <a:defRPr sz="1650" b="1">
                <a:solidFill>
                  <a:srgbClr val="10213D"/>
                </a:solidFill>
                <a:latin typeface="Arial"/>
                <a:ea typeface="Arial"/>
                <a:cs typeface="Arial"/>
              </a:defRPr>
            </a:pPr>
            <a:r>
              <a:rPr sz="1650" b="1">
                <a:solidFill>
                  <a:srgbClr val="10213D"/>
                </a:solidFill>
                <a:latin typeface="Arial"/>
                <a:ea typeface="Arial"/>
                <a:cs typeface="Arial"/>
              </a:rPr>
              <a:t>2. Payload packer</a:t>
            </a:r>
          </a:p>
        </p:txBody>
      </p:sp>
      <p:sp>
        <p:nvSpPr>
          <p:cNvPr id="12" name="">
            <a:extLst xmlns:a="http://schemas.openxmlformats.org/drawingml/2006/main">
              <a:ext uri="{FF2B5EF4-FFF2-40B4-BE49-F238E27FC236}">
                <a16:creationId xmlns:a16="http://schemas.microsoft.com/office/drawing/2014/main" id="{B50F26C5-6ED9-40E3-B8F6-3CA5D2FB5139}"/>
              </a:ext>
            </a:extLst>
          </p:cNvPr>
          <p:cNvSpPr>
            <a:spLocks xmlns:a="http://schemas.openxmlformats.org/drawingml/2006/main" noGrp="1"/>
          </p:cNvSpPr>
          <p:nvPr/>
        </p:nvSpPr>
        <p:spPr>
          <a:xfrm xmlns:a="http://schemas.openxmlformats.org/drawingml/2006/main">
            <a:off x="2828925" y="3133725"/>
            <a:ext cx="1581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211"/>
          </a:bodyPr>
          <a:lstStyle xmlns:a="http://schemas.openxmlformats.org/drawingml/2006/main"/>
          <a:p xmlns:a="http://schemas.openxmlformats.org/drawingml/2006/main">
            <a:pPr>
              <a:defRPr sz="1425">
                <a:solidFill>
                  <a:srgbClr val="5A6780"/>
                </a:solidFill>
                <a:latin typeface="Arial"/>
                <a:ea typeface="Arial"/>
                <a:cs typeface="Arial"/>
              </a:defRPr>
            </a:pPr>
            <a:r>
              <a:rPr sz="1425">
                <a:solidFill>
                  <a:srgbClr val="5A6780"/>
                </a:solidFill>
                <a:latin typeface="Arial"/>
                <a:ea typeface="Arial"/>
                <a:cs typeface="Arial"/>
              </a:rPr>
              <a:t>Gói length, message</a:t>
            </a:r>
          </a:p>
          <a:p xmlns:a="http://schemas.openxmlformats.org/drawingml/2006/main">
            <a:pPr>
              <a:defRPr sz="1425">
                <a:solidFill>
                  <a:srgbClr val="5A6780"/>
                </a:solidFill>
                <a:latin typeface="Arial"/>
                <a:ea typeface="Arial"/>
                <a:cs typeface="Arial"/>
              </a:defRPr>
            </a:pPr>
            <a:r>
              <a:rPr sz="1425">
                <a:solidFill>
                  <a:srgbClr val="5A6780"/>
                </a:solidFill>
                <a:latin typeface="Arial"/>
                <a:ea typeface="Arial"/>
                <a:cs typeface="Arial"/>
              </a:rPr>
              <a:t>và proof bytes</a:t>
            </a:r>
          </a:p>
        </p:txBody>
      </p:sp>
      <p:sp>
        <p:nvSpPr>
          <p:cNvPr id="13" name="">
            <a:extLst xmlns:a="http://schemas.openxmlformats.org/drawingml/2006/main">
              <a:ext uri="{FF2B5EF4-FFF2-40B4-BE49-F238E27FC236}">
                <a16:creationId xmlns:a16="http://schemas.microsoft.com/office/drawing/2014/main" id="{F753F94C-4C47-4A0C-A26C-77F07C0310AD}"/>
              </a:ext>
            </a:extLst>
          </p:cNvPr>
          <p:cNvSpPr>
            <a:spLocks xmlns:a="http://schemas.openxmlformats.org/drawingml/2006/main" noGrp="1"/>
          </p:cNvSpPr>
          <p:nvPr/>
        </p:nvSpPr>
        <p:spPr>
          <a:xfrm xmlns:a="http://schemas.openxmlformats.org/drawingml/2006/main">
            <a:off x="4572000" y="28765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661"/>
          </a:bodyPr>
          <a:lstStyle xmlns:a="http://schemas.openxmlformats.org/drawingml/2006/main"/>
          <a:p xmlns:a="http://schemas.openxmlformats.org/drawingml/2006/main">
            <a:pPr>
              <a:defRPr sz="2775" b="1">
                <a:solidFill>
                  <a:srgbClr val="16A4C7"/>
                </a:solidFill>
                <a:latin typeface="Arial"/>
                <a:ea typeface="Arial"/>
                <a:cs typeface="Arial"/>
              </a:defRPr>
            </a:pPr>
            <a:r>
              <a:rPr sz="2775" b="1">
                <a:solidFill>
                  <a:srgbClr val="16A4C7"/>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8A5A11F0-4869-4906-83D1-F72DE38DED16}"/>
              </a:ext>
            </a:extLst>
          </p:cNvPr>
          <p:cNvSpPr>
            <a:spLocks xmlns:a="http://schemas.openxmlformats.org/drawingml/2006/main" noGrp="1"/>
          </p:cNvSpPr>
          <p:nvPr/>
        </p:nvSpPr>
        <p:spPr>
          <a:xfrm xmlns:a="http://schemas.openxmlformats.org/drawingml/2006/main">
            <a:off x="4953000" y="2333625"/>
            <a:ext cx="1885950" cy="1581150"/>
          </a:xfrm>
          <a:prstGeom xmlns:a="http://schemas.openxmlformats.org/drawingml/2006/main" prst="roundRect">
            <a:avLst>
              <a:gd name="adj" fmla="val 4819"/>
            </a:avLst>
          </a:prstGeom>
          <a:solidFill xmlns:a="http://schemas.openxmlformats.org/drawingml/2006/main">
            <a:srgbClr val="FFFFFF"/>
          </a:solidFill>
          <a:ln xmlns:a="http://schemas.openxmlformats.org/drawingml/2006/main" w="19050">
            <a:solidFill>
              <a:srgbClr val="F2994A"/>
            </a:solidFill>
          </a:ln>
        </p:spPr>
      </p:sp>
      <p:sp>
        <p:nvSpPr>
          <p:cNvPr id="15" name="">
            <a:extLst xmlns:a="http://schemas.openxmlformats.org/drawingml/2006/main">
              <a:ext uri="{FF2B5EF4-FFF2-40B4-BE49-F238E27FC236}">
                <a16:creationId xmlns:a16="http://schemas.microsoft.com/office/drawing/2014/main" id="{E0852C9D-FE3D-4A88-BF6D-9D8E4CC383F0}"/>
              </a:ext>
            </a:extLst>
          </p:cNvPr>
          <p:cNvSpPr>
            <a:spLocks xmlns:a="http://schemas.openxmlformats.org/drawingml/2006/main" noGrp="1"/>
          </p:cNvSpPr>
          <p:nvPr/>
        </p:nvSpPr>
        <p:spPr>
          <a:xfrm xmlns:a="http://schemas.openxmlformats.org/drawingml/2006/main">
            <a:off x="4953000" y="2333625"/>
            <a:ext cx="1885950" cy="95250"/>
          </a:xfrm>
          <a:prstGeom xmlns:a="http://schemas.openxmlformats.org/drawingml/2006/main" prst="rect">
            <a:avLst/>
          </a:prstGeom>
          <a:solidFill xmlns:a="http://schemas.openxmlformats.org/drawingml/2006/main">
            <a:srgbClr val="F2994A"/>
          </a:solidFill>
          <a:ln xmlns:a="http://schemas.openxmlformats.org/drawingml/2006/main" w="0">
            <a:solidFill>
              <a:srgbClr val="F2994A"/>
            </a:solidFill>
          </a:ln>
        </p:spPr>
      </p:sp>
      <p:sp>
        <p:nvSpPr>
          <p:cNvPr id="16" name="">
            <a:extLst xmlns:a="http://schemas.openxmlformats.org/drawingml/2006/main">
              <a:ext uri="{FF2B5EF4-FFF2-40B4-BE49-F238E27FC236}">
                <a16:creationId xmlns:a16="http://schemas.microsoft.com/office/drawing/2014/main" id="{F1F9F784-9988-4479-93F6-6ACB03C39E30}"/>
              </a:ext>
            </a:extLst>
          </p:cNvPr>
          <p:cNvSpPr>
            <a:spLocks xmlns:a="http://schemas.openxmlformats.org/drawingml/2006/main" noGrp="1"/>
          </p:cNvSpPr>
          <p:nvPr/>
        </p:nvSpPr>
        <p:spPr>
          <a:xfrm xmlns:a="http://schemas.openxmlformats.org/drawingml/2006/main">
            <a:off x="5105400" y="2647950"/>
            <a:ext cx="1581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9697"/>
          </a:bodyPr>
          <a:lstStyle xmlns:a="http://schemas.openxmlformats.org/drawingml/2006/main"/>
          <a:p xmlns:a="http://schemas.openxmlformats.org/drawingml/2006/main">
            <a:pPr>
              <a:defRPr sz="1650" b="1">
                <a:solidFill>
                  <a:srgbClr val="10213D"/>
                </a:solidFill>
                <a:latin typeface="Arial"/>
                <a:ea typeface="Arial"/>
                <a:cs typeface="Arial"/>
              </a:defRPr>
            </a:pPr>
            <a:r>
              <a:rPr sz="1650" b="1">
                <a:solidFill>
                  <a:srgbClr val="10213D"/>
                </a:solidFill>
                <a:latin typeface="Arial"/>
                <a:ea typeface="Arial"/>
                <a:cs typeface="Arial"/>
              </a:rPr>
              <a:t>3. Native CAVLC</a:t>
            </a:r>
          </a:p>
        </p:txBody>
      </p:sp>
      <p:sp>
        <p:nvSpPr>
          <p:cNvPr id="17" name="">
            <a:extLst xmlns:a="http://schemas.openxmlformats.org/drawingml/2006/main">
              <a:ext uri="{FF2B5EF4-FFF2-40B4-BE49-F238E27FC236}">
                <a16:creationId xmlns:a16="http://schemas.microsoft.com/office/drawing/2014/main" id="{E37A6EA7-16AB-447F-8934-402EF651C2B7}"/>
              </a:ext>
            </a:extLst>
          </p:cNvPr>
          <p:cNvSpPr>
            <a:spLocks xmlns:a="http://schemas.openxmlformats.org/drawingml/2006/main" noGrp="1"/>
          </p:cNvSpPr>
          <p:nvPr/>
        </p:nvSpPr>
        <p:spPr>
          <a:xfrm xmlns:a="http://schemas.openxmlformats.org/drawingml/2006/main">
            <a:off x="5105400" y="3133725"/>
            <a:ext cx="1581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211"/>
          </a:bodyPr>
          <a:lstStyle xmlns:a="http://schemas.openxmlformats.org/drawingml/2006/main"/>
          <a:p xmlns:a="http://schemas.openxmlformats.org/drawingml/2006/main">
            <a:pPr>
              <a:defRPr sz="1425">
                <a:solidFill>
                  <a:srgbClr val="5A6780"/>
                </a:solidFill>
                <a:latin typeface="Arial"/>
                <a:ea typeface="Arial"/>
                <a:cs typeface="Arial"/>
              </a:defRPr>
            </a:pPr>
            <a:r>
              <a:rPr sz="1425">
                <a:solidFill>
                  <a:srgbClr val="5A6780"/>
                </a:solidFill>
                <a:latin typeface="Arial"/>
                <a:ea typeface="Arial"/>
                <a:cs typeface="Arial"/>
              </a:rPr>
              <a:t>Đọc IDR và chọn</a:t>
            </a:r>
          </a:p>
          <a:p xmlns:a="http://schemas.openxmlformats.org/drawingml/2006/main">
            <a:pPr>
              <a:defRPr sz="1425">
                <a:solidFill>
                  <a:srgbClr val="5A6780"/>
                </a:solidFill>
                <a:latin typeface="Arial"/>
                <a:ea typeface="Arial"/>
                <a:cs typeface="Arial"/>
              </a:defRPr>
            </a:pPr>
            <a:r>
              <a:rPr sz="1425">
                <a:solidFill>
                  <a:srgbClr val="5A6780"/>
                </a:solidFill>
                <a:latin typeface="Arial"/>
                <a:ea typeface="Arial"/>
                <a:cs typeface="Arial"/>
              </a:rPr>
              <a:t>T1 sign bits</a:t>
            </a:r>
          </a:p>
        </p:txBody>
      </p:sp>
      <p:sp>
        <p:nvSpPr>
          <p:cNvPr id="18" name="">
            <a:extLst xmlns:a="http://schemas.openxmlformats.org/drawingml/2006/main">
              <a:ext uri="{FF2B5EF4-FFF2-40B4-BE49-F238E27FC236}">
                <a16:creationId xmlns:a16="http://schemas.microsoft.com/office/drawing/2014/main" id="{F7829447-F279-4A45-A630-BFBC38193D3F}"/>
              </a:ext>
            </a:extLst>
          </p:cNvPr>
          <p:cNvSpPr>
            <a:spLocks xmlns:a="http://schemas.openxmlformats.org/drawingml/2006/main" noGrp="1"/>
          </p:cNvSpPr>
          <p:nvPr/>
        </p:nvSpPr>
        <p:spPr>
          <a:xfrm xmlns:a="http://schemas.openxmlformats.org/drawingml/2006/main">
            <a:off x="6848475" y="28765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661"/>
          </a:bodyPr>
          <a:lstStyle xmlns:a="http://schemas.openxmlformats.org/drawingml/2006/main"/>
          <a:p xmlns:a="http://schemas.openxmlformats.org/drawingml/2006/main">
            <a:pPr>
              <a:defRPr sz="2775" b="1">
                <a:solidFill>
                  <a:srgbClr val="F2994A"/>
                </a:solidFill>
                <a:latin typeface="Arial"/>
                <a:ea typeface="Arial"/>
                <a:cs typeface="Arial"/>
              </a:defRPr>
            </a:pPr>
            <a:r>
              <a:rPr sz="2775" b="1">
                <a:solidFill>
                  <a:srgbClr val="F2994A"/>
                </a:solidFill>
                <a:latin typeface="Arial"/>
                <a:ea typeface="Arial"/>
                <a:cs typeface="Arial"/>
              </a:rPr>
              <a:t>→</a:t>
            </a:r>
          </a:p>
        </p:txBody>
      </p:sp>
      <p:sp>
        <p:nvSpPr>
          <p:cNvPr id="19" name="">
            <a:extLst xmlns:a="http://schemas.openxmlformats.org/drawingml/2006/main">
              <a:ext uri="{FF2B5EF4-FFF2-40B4-BE49-F238E27FC236}">
                <a16:creationId xmlns:a16="http://schemas.microsoft.com/office/drawing/2014/main" id="{38A83D9A-F6CA-4797-A971-636B65169ADE}"/>
              </a:ext>
            </a:extLst>
          </p:cNvPr>
          <p:cNvSpPr>
            <a:spLocks xmlns:a="http://schemas.openxmlformats.org/drawingml/2006/main" noGrp="1"/>
          </p:cNvSpPr>
          <p:nvPr/>
        </p:nvSpPr>
        <p:spPr>
          <a:xfrm xmlns:a="http://schemas.openxmlformats.org/drawingml/2006/main">
            <a:off x="7229475" y="2333625"/>
            <a:ext cx="1885950" cy="1581150"/>
          </a:xfrm>
          <a:prstGeom xmlns:a="http://schemas.openxmlformats.org/drawingml/2006/main" prst="roundRect">
            <a:avLst>
              <a:gd name="adj" fmla="val 4819"/>
            </a:avLst>
          </a:prstGeom>
          <a:solidFill xmlns:a="http://schemas.openxmlformats.org/drawingml/2006/main">
            <a:srgbClr val="FFFFFF"/>
          </a:solidFill>
          <a:ln xmlns:a="http://schemas.openxmlformats.org/drawingml/2006/main" w="19050">
            <a:solidFill>
              <a:srgbClr val="2667D8"/>
            </a:solidFill>
          </a:ln>
        </p:spPr>
      </p:sp>
      <p:sp>
        <p:nvSpPr>
          <p:cNvPr id="20" name="">
            <a:extLst xmlns:a="http://schemas.openxmlformats.org/drawingml/2006/main">
              <a:ext uri="{FF2B5EF4-FFF2-40B4-BE49-F238E27FC236}">
                <a16:creationId xmlns:a16="http://schemas.microsoft.com/office/drawing/2014/main" id="{E138B7C8-7ED3-40D2-A67C-9CD167A65B89}"/>
              </a:ext>
            </a:extLst>
          </p:cNvPr>
          <p:cNvSpPr>
            <a:spLocks xmlns:a="http://schemas.openxmlformats.org/drawingml/2006/main" noGrp="1"/>
          </p:cNvSpPr>
          <p:nvPr/>
        </p:nvSpPr>
        <p:spPr>
          <a:xfrm xmlns:a="http://schemas.openxmlformats.org/drawingml/2006/main">
            <a:off x="7229475" y="2333625"/>
            <a:ext cx="1885950" cy="95250"/>
          </a:xfrm>
          <a:prstGeom xmlns:a="http://schemas.openxmlformats.org/drawingml/2006/main" prst="rect">
            <a:avLst/>
          </a:prstGeom>
          <a:solidFill xmlns:a="http://schemas.openxmlformats.org/drawingml/2006/main">
            <a:srgbClr val="2667D8"/>
          </a:solidFill>
          <a:ln xmlns:a="http://schemas.openxmlformats.org/drawingml/2006/main" w="0">
            <a:solidFill>
              <a:srgbClr val="2667D8"/>
            </a:solidFill>
          </a:ln>
        </p:spPr>
      </p:sp>
      <p:sp>
        <p:nvSpPr>
          <p:cNvPr id="21" name="">
            <a:extLst xmlns:a="http://schemas.openxmlformats.org/drawingml/2006/main">
              <a:ext uri="{FF2B5EF4-FFF2-40B4-BE49-F238E27FC236}">
                <a16:creationId xmlns:a16="http://schemas.microsoft.com/office/drawing/2014/main" id="{99057843-B793-4739-8A0F-20333C75BF82}"/>
              </a:ext>
            </a:extLst>
          </p:cNvPr>
          <p:cNvSpPr>
            <a:spLocks xmlns:a="http://schemas.openxmlformats.org/drawingml/2006/main" noGrp="1"/>
          </p:cNvSpPr>
          <p:nvPr/>
        </p:nvSpPr>
        <p:spPr>
          <a:xfrm xmlns:a="http://schemas.openxmlformats.org/drawingml/2006/main">
            <a:off x="7381875" y="2647950"/>
            <a:ext cx="1581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9697"/>
          </a:bodyPr>
          <a:lstStyle xmlns:a="http://schemas.openxmlformats.org/drawingml/2006/main"/>
          <a:p xmlns:a="http://schemas.openxmlformats.org/drawingml/2006/main">
            <a:pPr>
              <a:defRPr sz="1650" b="1">
                <a:solidFill>
                  <a:srgbClr val="10213D"/>
                </a:solidFill>
                <a:latin typeface="Arial"/>
                <a:ea typeface="Arial"/>
                <a:cs typeface="Arial"/>
              </a:defRPr>
            </a:pPr>
            <a:r>
              <a:rPr sz="1650" b="1">
                <a:solidFill>
                  <a:srgbClr val="10213D"/>
                </a:solidFill>
                <a:latin typeface="Arial"/>
                <a:ea typeface="Arial"/>
                <a:cs typeface="Arial"/>
              </a:rPr>
              <a:t>4. Stego H.264</a:t>
            </a:r>
          </a:p>
        </p:txBody>
      </p:sp>
      <p:sp>
        <p:nvSpPr>
          <p:cNvPr id="22" name="">
            <a:extLst xmlns:a="http://schemas.openxmlformats.org/drawingml/2006/main">
              <a:ext uri="{FF2B5EF4-FFF2-40B4-BE49-F238E27FC236}">
                <a16:creationId xmlns:a16="http://schemas.microsoft.com/office/drawing/2014/main" id="{E80474C9-39B0-4EE5-ABE4-9E232013A886}"/>
              </a:ext>
            </a:extLst>
          </p:cNvPr>
          <p:cNvSpPr>
            <a:spLocks xmlns:a="http://schemas.openxmlformats.org/drawingml/2006/main" noGrp="1"/>
          </p:cNvSpPr>
          <p:nvPr/>
        </p:nvSpPr>
        <p:spPr>
          <a:xfrm xmlns:a="http://schemas.openxmlformats.org/drawingml/2006/main">
            <a:off x="7381875" y="3133725"/>
            <a:ext cx="1581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211"/>
          </a:bodyPr>
          <a:lstStyle xmlns:a="http://schemas.openxmlformats.org/drawingml/2006/main"/>
          <a:p xmlns:a="http://schemas.openxmlformats.org/drawingml/2006/main">
            <a:pPr>
              <a:defRPr sz="1425">
                <a:solidFill>
                  <a:srgbClr val="5A6780"/>
                </a:solidFill>
                <a:latin typeface="Arial"/>
                <a:ea typeface="Arial"/>
                <a:cs typeface="Arial"/>
              </a:defRPr>
            </a:pPr>
            <a:r>
              <a:rPr sz="1425">
                <a:solidFill>
                  <a:srgbClr val="5A6780"/>
                </a:solidFill>
                <a:latin typeface="Arial"/>
                <a:ea typeface="Arial"/>
                <a:cs typeface="Arial"/>
              </a:rPr>
              <a:t>Ghi video vẫn</a:t>
            </a:r>
          </a:p>
          <a:p xmlns:a="http://schemas.openxmlformats.org/drawingml/2006/main">
            <a:pPr>
              <a:defRPr sz="1425">
                <a:solidFill>
                  <a:srgbClr val="5A6780"/>
                </a:solidFill>
                <a:latin typeface="Arial"/>
                <a:ea typeface="Arial"/>
                <a:cs typeface="Arial"/>
              </a:defRPr>
            </a:pPr>
            <a:r>
              <a:rPr sz="1425">
                <a:solidFill>
                  <a:srgbClr val="5A6780"/>
                </a:solidFill>
                <a:latin typeface="Arial"/>
                <a:ea typeface="Arial"/>
                <a:cs typeface="Arial"/>
              </a:rPr>
              <a:t>decode được</a:t>
            </a:r>
          </a:p>
        </p:txBody>
      </p:sp>
      <p:sp>
        <p:nvSpPr>
          <p:cNvPr id="23" name="">
            <a:extLst xmlns:a="http://schemas.openxmlformats.org/drawingml/2006/main">
              <a:ext uri="{FF2B5EF4-FFF2-40B4-BE49-F238E27FC236}">
                <a16:creationId xmlns:a16="http://schemas.microsoft.com/office/drawing/2014/main" id="{793EE663-2963-47F5-9BE9-7A0EBAB85801}"/>
              </a:ext>
            </a:extLst>
          </p:cNvPr>
          <p:cNvSpPr>
            <a:spLocks xmlns:a="http://schemas.openxmlformats.org/drawingml/2006/main" noGrp="1"/>
          </p:cNvSpPr>
          <p:nvPr/>
        </p:nvSpPr>
        <p:spPr>
          <a:xfrm xmlns:a="http://schemas.openxmlformats.org/drawingml/2006/main">
            <a:off x="9124950" y="28765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661"/>
          </a:bodyPr>
          <a:lstStyle xmlns:a="http://schemas.openxmlformats.org/drawingml/2006/main"/>
          <a:p xmlns:a="http://schemas.openxmlformats.org/drawingml/2006/main">
            <a:pPr>
              <a:defRPr sz="2775" b="1">
                <a:solidFill>
                  <a:srgbClr val="2667D8"/>
                </a:solidFill>
                <a:latin typeface="Arial"/>
                <a:ea typeface="Arial"/>
                <a:cs typeface="Arial"/>
              </a:defRPr>
            </a:pPr>
            <a:r>
              <a:rPr sz="2775" b="1">
                <a:solidFill>
                  <a:srgbClr val="2667D8"/>
                </a:solidFill>
                <a:latin typeface="Arial"/>
                <a:ea typeface="Arial"/>
                <a:cs typeface="Arial"/>
              </a:rPr>
              <a:t>→</a:t>
            </a:r>
          </a:p>
        </p:txBody>
      </p:sp>
      <p:sp>
        <p:nvSpPr>
          <p:cNvPr id="24" name="">
            <a:extLst xmlns:a="http://schemas.openxmlformats.org/drawingml/2006/main">
              <a:ext uri="{FF2B5EF4-FFF2-40B4-BE49-F238E27FC236}">
                <a16:creationId xmlns:a16="http://schemas.microsoft.com/office/drawing/2014/main" id="{26431A5C-6753-4F89-A920-F4761C355F2E}"/>
              </a:ext>
            </a:extLst>
          </p:cNvPr>
          <p:cNvSpPr>
            <a:spLocks xmlns:a="http://schemas.openxmlformats.org/drawingml/2006/main" noGrp="1"/>
          </p:cNvSpPr>
          <p:nvPr/>
        </p:nvSpPr>
        <p:spPr>
          <a:xfrm xmlns:a="http://schemas.openxmlformats.org/drawingml/2006/main">
            <a:off x="9505950" y="2333625"/>
            <a:ext cx="1885950" cy="1581150"/>
          </a:xfrm>
          <a:prstGeom xmlns:a="http://schemas.openxmlformats.org/drawingml/2006/main" prst="roundRect">
            <a:avLst>
              <a:gd name="adj" fmla="val 4819"/>
            </a:avLst>
          </a:prstGeom>
          <a:solidFill xmlns:a="http://schemas.openxmlformats.org/drawingml/2006/main">
            <a:srgbClr val="FFFFFF"/>
          </a:solidFill>
          <a:ln xmlns:a="http://schemas.openxmlformats.org/drawingml/2006/main" w="19050">
            <a:solidFill>
              <a:srgbClr val="25A36F"/>
            </a:solidFill>
          </a:ln>
        </p:spPr>
      </p:sp>
      <p:sp>
        <p:nvSpPr>
          <p:cNvPr id="25" name="">
            <a:extLst xmlns:a="http://schemas.openxmlformats.org/drawingml/2006/main">
              <a:ext uri="{FF2B5EF4-FFF2-40B4-BE49-F238E27FC236}">
                <a16:creationId xmlns:a16="http://schemas.microsoft.com/office/drawing/2014/main" id="{B9933E11-ECEC-480D-B6F2-1C1B2EFA17D8}"/>
              </a:ext>
            </a:extLst>
          </p:cNvPr>
          <p:cNvSpPr>
            <a:spLocks xmlns:a="http://schemas.openxmlformats.org/drawingml/2006/main" noGrp="1"/>
          </p:cNvSpPr>
          <p:nvPr/>
        </p:nvSpPr>
        <p:spPr>
          <a:xfrm xmlns:a="http://schemas.openxmlformats.org/drawingml/2006/main">
            <a:off x="9505950" y="2333625"/>
            <a:ext cx="1885950" cy="95250"/>
          </a:xfrm>
          <a:prstGeom xmlns:a="http://schemas.openxmlformats.org/drawingml/2006/main" prst="rect">
            <a:avLst/>
          </a:prstGeom>
          <a:solidFill xmlns:a="http://schemas.openxmlformats.org/drawingml/2006/main">
            <a:srgbClr val="25A36F"/>
          </a:solidFill>
          <a:ln xmlns:a="http://schemas.openxmlformats.org/drawingml/2006/main" w="0">
            <a:solidFill>
              <a:srgbClr val="25A36F"/>
            </a:solidFill>
          </a:ln>
        </p:spPr>
      </p:sp>
      <p:sp>
        <p:nvSpPr>
          <p:cNvPr id="26" name="">
            <a:extLst xmlns:a="http://schemas.openxmlformats.org/drawingml/2006/main">
              <a:ext uri="{FF2B5EF4-FFF2-40B4-BE49-F238E27FC236}">
                <a16:creationId xmlns:a16="http://schemas.microsoft.com/office/drawing/2014/main" id="{2B5083C2-4B8A-4820-87F2-AA058C3B4822}"/>
              </a:ext>
            </a:extLst>
          </p:cNvPr>
          <p:cNvSpPr>
            <a:spLocks xmlns:a="http://schemas.openxmlformats.org/drawingml/2006/main" noGrp="1"/>
          </p:cNvSpPr>
          <p:nvPr/>
        </p:nvSpPr>
        <p:spPr>
          <a:xfrm xmlns:a="http://schemas.openxmlformats.org/drawingml/2006/main">
            <a:off x="9658350" y="2647950"/>
            <a:ext cx="1581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9697"/>
          </a:bodyPr>
          <a:lstStyle xmlns:a="http://schemas.openxmlformats.org/drawingml/2006/main"/>
          <a:p xmlns:a="http://schemas.openxmlformats.org/drawingml/2006/main">
            <a:pPr>
              <a:defRPr sz="1650" b="1">
                <a:solidFill>
                  <a:srgbClr val="10213D"/>
                </a:solidFill>
                <a:latin typeface="Arial"/>
                <a:ea typeface="Arial"/>
                <a:cs typeface="Arial"/>
              </a:defRPr>
            </a:pPr>
            <a:r>
              <a:rPr sz="1650" b="1">
                <a:solidFill>
                  <a:srgbClr val="10213D"/>
                </a:solidFill>
                <a:latin typeface="Arial"/>
                <a:ea typeface="Arial"/>
                <a:cs typeface="Arial"/>
              </a:rPr>
              <a:t>5. Extract + verify</a:t>
            </a:r>
          </a:p>
        </p:txBody>
      </p:sp>
      <p:sp>
        <p:nvSpPr>
          <p:cNvPr id="27" name="">
            <a:extLst xmlns:a="http://schemas.openxmlformats.org/drawingml/2006/main">
              <a:ext uri="{FF2B5EF4-FFF2-40B4-BE49-F238E27FC236}">
                <a16:creationId xmlns:a16="http://schemas.microsoft.com/office/drawing/2014/main" id="{851E2FA1-A7D8-44C8-8922-74FA96720FB9}"/>
              </a:ext>
            </a:extLst>
          </p:cNvPr>
          <p:cNvSpPr>
            <a:spLocks xmlns:a="http://schemas.openxmlformats.org/drawingml/2006/main" noGrp="1"/>
          </p:cNvSpPr>
          <p:nvPr/>
        </p:nvSpPr>
        <p:spPr>
          <a:xfrm xmlns:a="http://schemas.openxmlformats.org/drawingml/2006/main">
            <a:off x="9658350" y="3133725"/>
            <a:ext cx="1581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211"/>
          </a:bodyPr>
          <a:lstStyle xmlns:a="http://schemas.openxmlformats.org/drawingml/2006/main"/>
          <a:p xmlns:a="http://schemas.openxmlformats.org/drawingml/2006/main">
            <a:pPr>
              <a:defRPr sz="1425">
                <a:solidFill>
                  <a:srgbClr val="5A6780"/>
                </a:solidFill>
                <a:latin typeface="Arial"/>
                <a:ea typeface="Arial"/>
                <a:cs typeface="Arial"/>
              </a:defRPr>
            </a:pPr>
            <a:r>
              <a:rPr sz="1425">
                <a:solidFill>
                  <a:srgbClr val="5A6780"/>
                </a:solidFill>
                <a:latin typeface="Arial"/>
                <a:ea typeface="Arial"/>
                <a:cs typeface="Arial"/>
              </a:rPr>
              <a:t>Đọc lại payload</a:t>
            </a:r>
          </a:p>
          <a:p xmlns:a="http://schemas.openxmlformats.org/drawingml/2006/main">
            <a:pPr>
              <a:defRPr sz="1425">
                <a:solidFill>
                  <a:srgbClr val="5A6780"/>
                </a:solidFill>
                <a:latin typeface="Arial"/>
                <a:ea typeface="Arial"/>
                <a:cs typeface="Arial"/>
              </a:defRPr>
            </a:pPr>
            <a:r>
              <a:rPr sz="1425">
                <a:solidFill>
                  <a:srgbClr val="5A6780"/>
                </a:solidFill>
                <a:latin typeface="Arial"/>
                <a:ea typeface="Arial"/>
                <a:cs typeface="Arial"/>
              </a:rPr>
              <a:t>và kiểm chứng</a:t>
            </a:r>
          </a:p>
        </p:txBody>
      </p:sp>
      <p:sp>
        <p:nvSpPr>
          <p:cNvPr id="28" name="">
            <a:extLst xmlns:a="http://schemas.openxmlformats.org/drawingml/2006/main">
              <a:ext uri="{FF2B5EF4-FFF2-40B4-BE49-F238E27FC236}">
                <a16:creationId xmlns:a16="http://schemas.microsoft.com/office/drawing/2014/main" id="{9081C7EB-4524-496C-9866-C90563A0223A}"/>
              </a:ext>
            </a:extLst>
          </p:cNvPr>
          <p:cNvSpPr>
            <a:spLocks xmlns:a="http://schemas.openxmlformats.org/drawingml/2006/main" noGrp="1"/>
          </p:cNvSpPr>
          <p:nvPr/>
        </p:nvSpPr>
        <p:spPr>
          <a:xfrm xmlns:a="http://schemas.openxmlformats.org/drawingml/2006/main">
            <a:off x="876300" y="4095750"/>
            <a:ext cx="10439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defRPr sz="1275" i="1">
                <a:solidFill>
                  <a:srgbClr val="63728A"/>
                </a:solidFill>
                <a:latin typeface="Arial"/>
                <a:ea typeface="Arial"/>
                <a:cs typeface="Arial"/>
              </a:defRPr>
            </a:pPr>
            <a:r>
              <a:rPr sz="1275" i="1">
                <a:solidFill>
                  <a:srgbClr val="63728A"/>
                </a:solidFill>
                <a:latin typeface="Arial"/>
                <a:ea typeface="Arial"/>
                <a:cs typeface="Arial"/>
              </a:rPr>
              <a:t>Hình 2 — Proof tạo trước, native chỉ mang payload qua video H.264 và đọc lại payload khi trích xuất.</a:t>
            </a:r>
          </a:p>
        </p:txBody>
      </p:sp>
      <p:sp>
        <p:nvSpPr>
          <p:cNvPr id="29" name="">
            <a:extLst xmlns:a="http://schemas.openxmlformats.org/drawingml/2006/main">
              <a:ext uri="{FF2B5EF4-FFF2-40B4-BE49-F238E27FC236}">
                <a16:creationId xmlns:a16="http://schemas.microsoft.com/office/drawing/2014/main" id="{57052845-4DD5-4674-BD13-CD8802CCABA6}"/>
              </a:ext>
            </a:extLst>
          </p:cNvPr>
          <p:cNvSpPr>
            <a:spLocks xmlns:a="http://schemas.openxmlformats.org/drawingml/2006/main" noGrp="1"/>
          </p:cNvSpPr>
          <p:nvPr/>
        </p:nvSpPr>
        <p:spPr>
          <a:xfrm xmlns:a="http://schemas.openxmlformats.org/drawingml/2006/main">
            <a:off x="1104900" y="4524375"/>
            <a:ext cx="9982200" cy="914400"/>
          </a:xfrm>
          <a:prstGeom xmlns:a="http://schemas.openxmlformats.org/drawingml/2006/main" prst="roundRect">
            <a:avLst>
              <a:gd name="adj" fmla="val 8333"/>
            </a:avLst>
          </a:prstGeom>
          <a:solidFill xmlns:a="http://schemas.openxmlformats.org/drawingml/2006/main">
            <a:srgbClr val="F5F8FC"/>
          </a:solidFill>
          <a:ln xmlns:a="http://schemas.openxmlformats.org/drawingml/2006/main" w="9525">
            <a:solidFill>
              <a:srgbClr val="D6DFEB"/>
            </a:solidFill>
          </a:ln>
        </p:spPr>
      </p:sp>
      <p:sp>
        <p:nvSpPr>
          <p:cNvPr id="30" name="">
            <a:extLst xmlns:a="http://schemas.openxmlformats.org/drawingml/2006/main">
              <a:ext uri="{FF2B5EF4-FFF2-40B4-BE49-F238E27FC236}">
                <a16:creationId xmlns:a16="http://schemas.microsoft.com/office/drawing/2014/main" id="{2D371025-7A5B-4388-A982-3CFE92C8FBC4}"/>
              </a:ext>
            </a:extLst>
          </p:cNvPr>
          <p:cNvSpPr>
            <a:spLocks xmlns:a="http://schemas.openxmlformats.org/drawingml/2006/main" noGrp="1"/>
          </p:cNvSpPr>
          <p:nvPr/>
        </p:nvSpPr>
        <p:spPr>
          <a:xfrm xmlns:a="http://schemas.openxmlformats.org/drawingml/2006/main">
            <a:off x="1400175" y="4762500"/>
            <a:ext cx="1790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000"/>
          </a:bodyPr>
          <a:lstStyle xmlns:a="http://schemas.openxmlformats.org/drawingml/2006/main"/>
          <a:p xmlns:a="http://schemas.openxmlformats.org/drawingml/2006/main">
            <a:pPr>
              <a:defRPr sz="1500" b="1">
                <a:solidFill>
                  <a:srgbClr val="F2994A"/>
                </a:solidFill>
                <a:latin typeface="Arial"/>
                <a:ea typeface="Arial"/>
                <a:cs typeface="Arial"/>
              </a:defRPr>
            </a:pPr>
            <a:r>
              <a:rPr sz="1500" b="1">
                <a:solidFill>
                  <a:srgbClr val="F2994A"/>
                </a:solidFill>
                <a:latin typeface="Arial"/>
                <a:ea typeface="Arial"/>
                <a:cs typeface="Arial"/>
              </a:rPr>
              <a:t>Điểm quan trọng</a:t>
            </a:r>
          </a:p>
        </p:txBody>
      </p:sp>
      <p:sp>
        <p:nvSpPr>
          <p:cNvPr id="31" name="">
            <a:extLst xmlns:a="http://schemas.openxmlformats.org/drawingml/2006/main">
              <a:ext uri="{FF2B5EF4-FFF2-40B4-BE49-F238E27FC236}">
                <a16:creationId xmlns:a16="http://schemas.microsoft.com/office/drawing/2014/main" id="{39D3EF33-BCF5-4F63-8A94-DE57181EB8BD}"/>
              </a:ext>
            </a:extLst>
          </p:cNvPr>
          <p:cNvSpPr>
            <a:spLocks xmlns:a="http://schemas.openxmlformats.org/drawingml/2006/main" noGrp="1"/>
          </p:cNvSpPr>
          <p:nvPr/>
        </p:nvSpPr>
        <p:spPr>
          <a:xfrm xmlns:a="http://schemas.openxmlformats.org/drawingml/2006/main">
            <a:off x="3333750" y="4733925"/>
            <a:ext cx="72961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4621"/>
          </a:bodyPr>
          <a:lstStyle xmlns:a="http://schemas.openxmlformats.org/drawingml/2006/main"/>
          <a:p xmlns:a="http://schemas.openxmlformats.org/drawingml/2006/main">
            <a:pPr>
              <a:defRPr sz="1650">
                <a:solidFill>
                  <a:srgbClr val="5A6780"/>
                </a:solidFill>
                <a:latin typeface="Arial"/>
                <a:ea typeface="Arial"/>
                <a:cs typeface="Arial"/>
              </a:defRPr>
            </a:pPr>
            <a:r>
              <a:rPr sz="1650">
                <a:solidFill>
                  <a:srgbClr val="5A6780"/>
                </a:solidFill>
                <a:latin typeface="Arial"/>
                <a:ea typeface="Arial"/>
                <a:cs typeface="Arial"/>
              </a:rPr>
              <a:t>Camera hoặc file H.264 không sinh proof ở mỗi frame. Native chỉ tìm vị trí an toàn trong residual CAVLC rồi tạo stego stream hoặc payload trích xuất.</a:t>
            </a:r>
          </a:p>
        </p:txBody>
      </p:sp>
      <p:sp>
        <p:nvSpPr>
          <p:cNvPr id="32" name="">
            <a:extLst xmlns:a="http://schemas.openxmlformats.org/drawingml/2006/main">
              <a:ext uri="{FF2B5EF4-FFF2-40B4-BE49-F238E27FC236}">
                <a16:creationId xmlns:a16="http://schemas.microsoft.com/office/drawing/2014/main" id="{EB010490-86EB-478F-A848-BCB1944780D4}"/>
              </a:ext>
            </a:extLst>
          </p:cNvPr>
          <p:cNvSpPr>
            <a:spLocks xmlns:a="http://schemas.openxmlformats.org/drawingml/2006/main" noGrp="1"/>
          </p:cNvSpPr>
          <p:nvPr/>
        </p:nvSpPr>
        <p:spPr>
          <a:xfrm xmlns:a="http://schemas.openxmlformats.org/drawingml/2006/main">
            <a:off x="400050" y="6486525"/>
            <a:ext cx="3048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33" name="">
            <a:extLst xmlns:a="http://schemas.openxmlformats.org/drawingml/2006/main">
              <a:ext uri="{FF2B5EF4-FFF2-40B4-BE49-F238E27FC236}">
                <a16:creationId xmlns:a16="http://schemas.microsoft.com/office/drawing/2014/main" id="{C4D16E39-3424-4BC9-8F54-7822C900FF59}"/>
              </a:ext>
            </a:extLst>
          </p:cNvPr>
          <p:cNvSpPr>
            <a:spLocks xmlns:a="http://schemas.openxmlformats.org/drawingml/2006/main" noGrp="1"/>
          </p:cNvSpPr>
          <p:nvPr/>
        </p:nvSpPr>
        <p:spPr>
          <a:xfrm xmlns:a="http://schemas.openxmlformats.org/drawingml/2006/main">
            <a:off x="11287125" y="6457950"/>
            <a:ext cx="4762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b="1">
                <a:solidFill>
                  <a:srgbClr val="8B96A8"/>
                </a:solidFill>
                <a:latin typeface="Arial"/>
                <a:ea typeface="Arial"/>
                <a:cs typeface="Arial"/>
              </a:defRPr>
            </a:pPr>
            <a:r>
              <a:rPr sz="900" b="1">
                <a:solidFill>
                  <a:srgbClr val="8B96A8"/>
                </a:solidFill>
                <a:latin typeface="Arial"/>
                <a:ea typeface="Arial"/>
                <a:cs typeface="Arial"/>
              </a:rPr>
              <a:t>02</a:t>
            </a:r>
          </a:p>
        </p:txBody>
      </p:sp>
    </p:spTree>
    <p:extLst>
      <p:ext uri="{BB962C8B-B14F-4D97-AF65-F5344CB8AC3E}">
        <p14:creationId xmlns:p14="http://schemas.microsoft.com/office/powerpoint/2010/main" val="80073827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76FE96F-6680-4C97-AC59-6A46D82412E0}"/>
              </a:ext>
            </a:extLst>
          </p:cNvPr>
          <p:cNvSpPr>
            <a:spLocks xmlns:a="http://schemas.openxmlformats.org/drawingml/2006/main" noGrp="1"/>
          </p:cNvSpPr>
          <p:nvPr/>
        </p:nvSpPr>
        <p:spPr>
          <a:xfrm xmlns:a="http://schemas.openxmlformats.org/drawingml/2006/main">
            <a:off x="419100" y="3524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0213D"/>
                </a:solidFill>
                <a:latin typeface="Arial"/>
                <a:ea typeface="Arial"/>
                <a:cs typeface="Arial"/>
              </a:defRPr>
            </a:pPr>
            <a:r>
              <a:rPr sz="2700" b="1">
                <a:solidFill>
                  <a:srgbClr val="10213D"/>
                </a:solidFill>
                <a:latin typeface="Arial"/>
                <a:ea typeface="Arial"/>
                <a:cs typeface="Arial"/>
              </a:rPr>
              <a:t>Cover video là gì?</a:t>
            </a:r>
          </a:p>
        </p:txBody>
      </p:sp>
      <p:sp>
        <p:nvSpPr>
          <p:cNvPr id="2" name="">
            <a:extLst xmlns:a="http://schemas.openxmlformats.org/drawingml/2006/main">
              <a:ext uri="{FF2B5EF4-FFF2-40B4-BE49-F238E27FC236}">
                <a16:creationId xmlns:a16="http://schemas.microsoft.com/office/drawing/2014/main" id="{5733BF26-B6D7-43A7-941C-774D6A4437CA}"/>
              </a:ext>
            </a:extLst>
          </p:cNvPr>
          <p:cNvSpPr>
            <a:spLocks xmlns:a="http://schemas.openxmlformats.org/drawingml/2006/main" noGrp="1"/>
          </p:cNvSpPr>
          <p:nvPr/>
        </p:nvSpPr>
        <p:spPr>
          <a:xfrm xmlns:a="http://schemas.openxmlformats.org/drawingml/2006/main">
            <a:off x="438150" y="933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625"/>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Đó là video gốc dùng làm vật mang. Người xem vẫn xem được video sau khi hệ thống thay đổi một số bit an toàn.</a:t>
            </a:r>
          </a:p>
        </p:txBody>
      </p:sp>
      <p:sp>
        <p:nvSpPr>
          <p:cNvPr id="3" name="">
            <a:extLst xmlns:a="http://schemas.openxmlformats.org/drawingml/2006/main">
              <a:ext uri="{FF2B5EF4-FFF2-40B4-BE49-F238E27FC236}">
                <a16:creationId xmlns:a16="http://schemas.microsoft.com/office/drawing/2014/main" id="{C469F9CB-3C47-4493-BC1D-042E311808F1}"/>
              </a:ext>
            </a:extLst>
          </p:cNvPr>
          <p:cNvSpPr>
            <a:spLocks xmlns:a="http://schemas.openxmlformats.org/drawingml/2006/main" noGrp="1"/>
          </p:cNvSpPr>
          <p:nvPr/>
        </p:nvSpPr>
        <p:spPr>
          <a:xfrm xmlns:a="http://schemas.openxmlformats.org/drawingml/2006/main">
            <a:off x="419100" y="1304925"/>
            <a:ext cx="11353800" cy="0"/>
          </a:xfrm>
          <a:prstGeom xmlns:a="http://schemas.openxmlformats.org/drawingml/2006/main" prst="line">
            <a:avLst/>
          </a:prstGeom>
          <a:noFill xmlns:a="http://schemas.openxmlformats.org/drawingml/2006/main"/>
          <a:ln xmlns:a="http://schemas.openxmlformats.org/drawingml/2006/main" w="9525">
            <a:solidFill>
              <a:srgbClr val="D6DFEB"/>
            </a:solidFill>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18f2e1803728455f"/>
          <a:stretch xmlns:a="http://schemas.openxmlformats.org/drawingml/2006/main"/>
        </p:blipFill>
        <p:spPr>
          <a:xfrm xmlns:a="http://schemas.openxmlformats.org/drawingml/2006/main">
            <a:off x="4955171" y="1676400"/>
            <a:ext cx="6177383" cy="34766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9C59A90-10D4-411B-AD1B-784E78526226}"/>
              </a:ext>
            </a:extLst>
          </p:cNvPr>
          <p:cNvSpPr>
            <a:spLocks xmlns:a="http://schemas.openxmlformats.org/drawingml/2006/main" noGrp="1"/>
          </p:cNvSpPr>
          <p:nvPr/>
        </p:nvSpPr>
        <p:spPr>
          <a:xfrm xmlns:a="http://schemas.openxmlformats.org/drawingml/2006/main">
            <a:off x="4686300" y="5219700"/>
            <a:ext cx="6715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defRPr sz="1275" i="1">
                <a:solidFill>
                  <a:srgbClr val="63728A"/>
                </a:solidFill>
                <a:latin typeface="Arial"/>
                <a:ea typeface="Arial"/>
                <a:cs typeface="Arial"/>
              </a:defRPr>
            </a:pPr>
            <a:r>
              <a:rPr sz="1275" i="1">
                <a:solidFill>
                  <a:srgbClr val="63728A"/>
                </a:solidFill>
                <a:latin typeface="Arial"/>
                <a:ea typeface="Arial"/>
                <a:cs typeface="Arial"/>
              </a:rPr>
              <a:t>Hình 3 — Ví dụ: cover video được phóng to dần từ frame đến coefficient, không chỉnh pixel trực tiếp.</a:t>
            </a:r>
          </a:p>
        </p:txBody>
      </p:sp>
      <p:sp>
        <p:nvSpPr>
          <p:cNvPr id="6" name="">
            <a:extLst xmlns:a="http://schemas.openxmlformats.org/drawingml/2006/main">
              <a:ext uri="{FF2B5EF4-FFF2-40B4-BE49-F238E27FC236}">
                <a16:creationId xmlns:a16="http://schemas.microsoft.com/office/drawing/2014/main" id="{F9662F9E-6F61-4293-88C6-BA402860343C}"/>
              </a:ext>
            </a:extLst>
          </p:cNvPr>
          <p:cNvSpPr>
            <a:spLocks xmlns:a="http://schemas.openxmlformats.org/drawingml/2006/main" noGrp="1"/>
          </p:cNvSpPr>
          <p:nvPr/>
        </p:nvSpPr>
        <p:spPr>
          <a:xfrm xmlns:a="http://schemas.openxmlformats.org/drawingml/2006/main">
            <a:off x="609600" y="1771650"/>
            <a:ext cx="3619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706"/>
          </a:bodyPr>
          <a:lstStyle xmlns:a="http://schemas.openxmlformats.org/drawingml/2006/main"/>
          <a:p xmlns:a="http://schemas.openxmlformats.org/drawingml/2006/main">
            <a:pPr>
              <a:defRPr sz="2550" b="1">
                <a:solidFill>
                  <a:srgbClr val="2667D8"/>
                </a:solidFill>
                <a:latin typeface="Arial"/>
                <a:ea typeface="Arial"/>
                <a:cs typeface="Arial"/>
              </a:defRPr>
            </a:pPr>
            <a:r>
              <a:rPr sz="2550" b="1">
                <a:solidFill>
                  <a:srgbClr val="2667D8"/>
                </a:solidFill>
                <a:latin typeface="Arial"/>
                <a:ea typeface="Arial"/>
                <a:cs typeface="Arial"/>
              </a:rPr>
              <a:t>Cover video</a:t>
            </a:r>
          </a:p>
        </p:txBody>
      </p:sp>
      <p:sp>
        <p:nvSpPr>
          <p:cNvPr id="7" name="">
            <a:extLst xmlns:a="http://schemas.openxmlformats.org/drawingml/2006/main">
              <a:ext uri="{FF2B5EF4-FFF2-40B4-BE49-F238E27FC236}">
                <a16:creationId xmlns:a16="http://schemas.microsoft.com/office/drawing/2014/main" id="{2AE646F9-2223-4A36-B8BD-42AF0557A37B}"/>
              </a:ext>
            </a:extLst>
          </p:cNvPr>
          <p:cNvSpPr>
            <a:spLocks xmlns:a="http://schemas.openxmlformats.org/drawingml/2006/main" noGrp="1"/>
          </p:cNvSpPr>
          <p:nvPr/>
        </p:nvSpPr>
        <p:spPr>
          <a:xfrm xmlns:a="http://schemas.openxmlformats.org/drawingml/2006/main">
            <a:off x="609600" y="2343150"/>
            <a:ext cx="3714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333"/>
          </a:bodyPr>
          <a:lstStyle xmlns:a="http://schemas.openxmlformats.org/drawingml/2006/main"/>
          <a:p xmlns:a="http://schemas.openxmlformats.org/drawingml/2006/main">
            <a:pPr>
              <a:defRPr sz="1875" b="1">
                <a:solidFill>
                  <a:srgbClr val="10213D"/>
                </a:solidFill>
                <a:latin typeface="Arial"/>
                <a:ea typeface="Arial"/>
                <a:cs typeface="Arial"/>
              </a:defRPr>
            </a:pPr>
            <a:r>
              <a:rPr sz="1875" b="1">
                <a:solidFill>
                  <a:srgbClr val="10213D"/>
                </a:solidFill>
                <a:latin typeface="Arial"/>
                <a:ea typeface="Arial"/>
                <a:cs typeface="Arial"/>
              </a:rPr>
              <a:t>Là video H.264 gốc dùng làm vật mang.</a:t>
            </a:r>
          </a:p>
        </p:txBody>
      </p:sp>
      <p:sp>
        <p:nvSpPr>
          <p:cNvPr id="8" name="">
            <a:extLst xmlns:a="http://schemas.openxmlformats.org/drawingml/2006/main">
              <a:ext uri="{FF2B5EF4-FFF2-40B4-BE49-F238E27FC236}">
                <a16:creationId xmlns:a16="http://schemas.microsoft.com/office/drawing/2014/main" id="{72A5845F-CB47-45C1-95E4-115A6F826539}"/>
              </a:ext>
            </a:extLst>
          </p:cNvPr>
          <p:cNvSpPr>
            <a:spLocks xmlns:a="http://schemas.openxmlformats.org/drawingml/2006/main" noGrp="1"/>
          </p:cNvSpPr>
          <p:nvPr/>
        </p:nvSpPr>
        <p:spPr>
          <a:xfrm xmlns:a="http://schemas.openxmlformats.org/drawingml/2006/main">
            <a:off x="609600" y="2895600"/>
            <a:ext cx="3667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942"/>
          </a:bodyPr>
          <a:lstStyle xmlns:a="http://schemas.openxmlformats.org/drawingml/2006/main"/>
          <a:p xmlns:a="http://schemas.openxmlformats.org/drawingml/2006/main">
            <a:pPr>
              <a:defRPr sz="1725">
                <a:solidFill>
                  <a:srgbClr val="5A6780"/>
                </a:solidFill>
                <a:latin typeface="Arial"/>
                <a:ea typeface="Arial"/>
                <a:cs typeface="Arial"/>
              </a:defRPr>
            </a:pPr>
            <a:r>
              <a:rPr sz="1725">
                <a:solidFill>
                  <a:srgbClr val="5A6780"/>
                </a:solidFill>
                <a:latin typeface="Arial"/>
                <a:ea typeface="Arial"/>
                <a:cs typeface="Arial"/>
              </a:rPr>
              <a:t>Người xem vẫn thấy video bình thường. Hệ thống chỉ đổi dấu của vài coefficient residual đã được lọc để bitstream vẫn hợp lệ.</a:t>
            </a:r>
          </a:p>
        </p:txBody>
      </p:sp>
      <p:sp>
        <p:nvSpPr>
          <p:cNvPr id="9" name="">
            <a:extLst xmlns:a="http://schemas.openxmlformats.org/drawingml/2006/main">
              <a:ext uri="{FF2B5EF4-FFF2-40B4-BE49-F238E27FC236}">
                <a16:creationId xmlns:a16="http://schemas.microsoft.com/office/drawing/2014/main" id="{CA326DEA-1501-4A07-91FD-AB2909D1DB1E}"/>
              </a:ext>
            </a:extLst>
          </p:cNvPr>
          <p:cNvSpPr>
            <a:spLocks xmlns:a="http://schemas.openxmlformats.org/drawingml/2006/main" noGrp="1"/>
          </p:cNvSpPr>
          <p:nvPr/>
        </p:nvSpPr>
        <p:spPr>
          <a:xfrm xmlns:a="http://schemas.openxmlformats.org/drawingml/2006/main">
            <a:off x="609600" y="4295775"/>
            <a:ext cx="3762375" cy="990600"/>
          </a:xfrm>
          <a:prstGeom xmlns:a="http://schemas.openxmlformats.org/drawingml/2006/main" prst="roundRect">
            <a:avLst>
              <a:gd name="adj" fmla="val 7692"/>
            </a:avLst>
          </a:prstGeom>
          <a:solidFill xmlns:a="http://schemas.openxmlformats.org/drawingml/2006/main">
            <a:srgbClr val="EAF5FF"/>
          </a:solidFill>
          <a:ln xmlns:a="http://schemas.openxmlformats.org/drawingml/2006/main" w="9525">
            <a:solidFill>
              <a:srgbClr val="B7D8F5"/>
            </a:solidFill>
          </a:ln>
        </p:spPr>
      </p:sp>
      <p:sp>
        <p:nvSpPr>
          <p:cNvPr id="10" name="">
            <a:extLst xmlns:a="http://schemas.openxmlformats.org/drawingml/2006/main">
              <a:ext uri="{FF2B5EF4-FFF2-40B4-BE49-F238E27FC236}">
                <a16:creationId xmlns:a16="http://schemas.microsoft.com/office/drawing/2014/main" id="{E9514B41-42A3-4AC6-8800-AC13B897D8F6}"/>
              </a:ext>
            </a:extLst>
          </p:cNvPr>
          <p:cNvSpPr>
            <a:spLocks xmlns:a="http://schemas.openxmlformats.org/drawingml/2006/main" noGrp="1"/>
          </p:cNvSpPr>
          <p:nvPr/>
        </p:nvSpPr>
        <p:spPr>
          <a:xfrm xmlns:a="http://schemas.openxmlformats.org/drawingml/2006/main">
            <a:off x="838200" y="4495800"/>
            <a:ext cx="285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6944"/>
          </a:bodyPr>
          <a:lstStyle xmlns:a="http://schemas.openxmlformats.org/drawingml/2006/main"/>
          <a:p xmlns:a="http://schemas.openxmlformats.org/drawingml/2006/main">
            <a:pPr>
              <a:defRPr sz="1800" b="1">
                <a:solidFill>
                  <a:srgbClr val="2667D8"/>
                </a:solidFill>
                <a:latin typeface="Arial"/>
                <a:ea typeface="Arial"/>
                <a:cs typeface="Arial"/>
              </a:defRPr>
            </a:pPr>
            <a:r>
              <a:rPr sz="1800" b="1">
                <a:solidFill>
                  <a:srgbClr val="2667D8"/>
                </a:solidFill>
                <a:latin typeface="Arial"/>
                <a:ea typeface="Arial"/>
                <a:cs typeface="Arial"/>
              </a:rPr>
              <a:t>Đầu ra: stego.h264</a:t>
            </a:r>
          </a:p>
        </p:txBody>
      </p:sp>
      <p:sp>
        <p:nvSpPr>
          <p:cNvPr id="11" name="">
            <a:extLst xmlns:a="http://schemas.openxmlformats.org/drawingml/2006/main">
              <a:ext uri="{FF2B5EF4-FFF2-40B4-BE49-F238E27FC236}">
                <a16:creationId xmlns:a16="http://schemas.microsoft.com/office/drawing/2014/main" id="{15DF627E-0C5B-4C8F-AF78-5D4D696D860A}"/>
              </a:ext>
            </a:extLst>
          </p:cNvPr>
          <p:cNvSpPr>
            <a:spLocks xmlns:a="http://schemas.openxmlformats.org/drawingml/2006/main" noGrp="1"/>
          </p:cNvSpPr>
          <p:nvPr/>
        </p:nvSpPr>
        <p:spPr>
          <a:xfrm xmlns:a="http://schemas.openxmlformats.org/drawingml/2006/main">
            <a:off x="838200" y="4876800"/>
            <a:ext cx="32194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4392"/>
          </a:bodyPr>
          <a:lstStyle xmlns:a="http://schemas.openxmlformats.org/drawingml/2006/main"/>
          <a:p xmlns:a="http://schemas.openxmlformats.org/drawingml/2006/main">
            <a:pPr>
              <a:defRPr sz="1425">
                <a:solidFill>
                  <a:srgbClr val="5A6780"/>
                </a:solidFill>
                <a:latin typeface="Arial"/>
                <a:ea typeface="Arial"/>
                <a:cs typeface="Arial"/>
              </a:defRPr>
            </a:pPr>
            <a:r>
              <a:rPr sz="1425">
                <a:solidFill>
                  <a:srgbClr val="5A6780"/>
                </a:solidFill>
                <a:latin typeface="Arial"/>
                <a:ea typeface="Arial"/>
                <a:cs typeface="Arial"/>
              </a:rPr>
              <a:t>Video vẫn decode được. Extractor dùng đúng key để đọc lại payload.</a:t>
            </a:r>
          </a:p>
        </p:txBody>
      </p:sp>
      <p:sp>
        <p:nvSpPr>
          <p:cNvPr id="12" name="">
            <a:extLst xmlns:a="http://schemas.openxmlformats.org/drawingml/2006/main">
              <a:ext uri="{FF2B5EF4-FFF2-40B4-BE49-F238E27FC236}">
                <a16:creationId xmlns:a16="http://schemas.microsoft.com/office/drawing/2014/main" id="{988DE2CD-6527-42D4-97EC-842ADF526443}"/>
              </a:ext>
            </a:extLst>
          </p:cNvPr>
          <p:cNvSpPr>
            <a:spLocks xmlns:a="http://schemas.openxmlformats.org/drawingml/2006/main" noGrp="1"/>
          </p:cNvSpPr>
          <p:nvPr/>
        </p:nvSpPr>
        <p:spPr>
          <a:xfrm xmlns:a="http://schemas.openxmlformats.org/drawingml/2006/main">
            <a:off x="400050" y="6486525"/>
            <a:ext cx="3048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13" name="">
            <a:extLst xmlns:a="http://schemas.openxmlformats.org/drawingml/2006/main">
              <a:ext uri="{FF2B5EF4-FFF2-40B4-BE49-F238E27FC236}">
                <a16:creationId xmlns:a16="http://schemas.microsoft.com/office/drawing/2014/main" id="{EE63C10F-A7C2-4F99-95A2-12B5DDC270B5}"/>
              </a:ext>
            </a:extLst>
          </p:cNvPr>
          <p:cNvSpPr>
            <a:spLocks xmlns:a="http://schemas.openxmlformats.org/drawingml/2006/main" noGrp="1"/>
          </p:cNvSpPr>
          <p:nvPr/>
        </p:nvSpPr>
        <p:spPr>
          <a:xfrm xmlns:a="http://schemas.openxmlformats.org/drawingml/2006/main">
            <a:off x="11287125" y="6457950"/>
            <a:ext cx="4762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b="1">
                <a:solidFill>
                  <a:srgbClr val="8B96A8"/>
                </a:solidFill>
                <a:latin typeface="Arial"/>
                <a:ea typeface="Arial"/>
                <a:cs typeface="Arial"/>
              </a:defRPr>
            </a:pPr>
            <a:r>
              <a:rPr sz="900" b="1">
                <a:solidFill>
                  <a:srgbClr val="8B96A8"/>
                </a:solidFill>
                <a:latin typeface="Arial"/>
                <a:ea typeface="Arial"/>
                <a:cs typeface="Arial"/>
              </a:rPr>
              <a:t>03</a:t>
            </a:r>
          </a:p>
        </p:txBody>
      </p:sp>
    </p:spTree>
    <p:extLst>
      <p:ext uri="{BB962C8B-B14F-4D97-AF65-F5344CB8AC3E}">
        <p14:creationId xmlns:p14="http://schemas.microsoft.com/office/powerpoint/2010/main" val="168663053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A8BB2B3B-05A5-4598-A1CE-9CABDB8AAD9F}"/>
              </a:ext>
            </a:extLst>
          </p:cNvPr>
          <p:cNvSpPr>
            <a:spLocks xmlns:a="http://schemas.openxmlformats.org/drawingml/2006/main" noGrp="1"/>
          </p:cNvSpPr>
          <p:nvPr/>
        </p:nvSpPr>
        <p:spPr>
          <a:xfrm xmlns:a="http://schemas.openxmlformats.org/drawingml/2006/main">
            <a:off x="419100" y="3524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0213D"/>
                </a:solidFill>
                <a:latin typeface="Arial"/>
                <a:ea typeface="Arial"/>
                <a:cs typeface="Arial"/>
              </a:defRPr>
            </a:pPr>
            <a:r>
              <a:rPr sz="2700" b="1">
                <a:solidFill>
                  <a:srgbClr val="10213D"/>
                </a:solidFill>
                <a:latin typeface="Arial"/>
                <a:ea typeface="Arial"/>
                <a:cs typeface="Arial"/>
              </a:rPr>
              <a:t>Định dạng input mà Native CAVLC nhận</a:t>
            </a:r>
          </a:p>
        </p:txBody>
      </p:sp>
      <p:sp>
        <p:nvSpPr>
          <p:cNvPr id="2" name="">
            <a:extLst xmlns:a="http://schemas.openxmlformats.org/drawingml/2006/main">
              <a:ext uri="{FF2B5EF4-FFF2-40B4-BE49-F238E27FC236}">
                <a16:creationId xmlns:a16="http://schemas.microsoft.com/office/drawing/2014/main" id="{17185304-C581-4012-84D5-EBC4986FA526}"/>
              </a:ext>
            </a:extLst>
          </p:cNvPr>
          <p:cNvSpPr>
            <a:spLocks xmlns:a="http://schemas.openxmlformats.org/drawingml/2006/main" noGrp="1"/>
          </p:cNvSpPr>
          <p:nvPr/>
        </p:nvSpPr>
        <p:spPr>
          <a:xfrm xmlns:a="http://schemas.openxmlformats.org/drawingml/2006/main">
            <a:off x="438150" y="933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625"/>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Native path đọc elementary stream H.264 Annex-B. Container như MP4 không đi thẳng vào parser.</a:t>
            </a:r>
          </a:p>
        </p:txBody>
      </p:sp>
      <p:sp>
        <p:nvSpPr>
          <p:cNvPr id="3" name="">
            <a:extLst xmlns:a="http://schemas.openxmlformats.org/drawingml/2006/main">
              <a:ext uri="{FF2B5EF4-FFF2-40B4-BE49-F238E27FC236}">
                <a16:creationId xmlns:a16="http://schemas.microsoft.com/office/drawing/2014/main" id="{6977752A-320D-423B-91A8-287F31174896}"/>
              </a:ext>
            </a:extLst>
          </p:cNvPr>
          <p:cNvSpPr>
            <a:spLocks xmlns:a="http://schemas.openxmlformats.org/drawingml/2006/main" noGrp="1"/>
          </p:cNvSpPr>
          <p:nvPr/>
        </p:nvSpPr>
        <p:spPr>
          <a:xfrm xmlns:a="http://schemas.openxmlformats.org/drawingml/2006/main">
            <a:off x="419100" y="1304925"/>
            <a:ext cx="11353800" cy="0"/>
          </a:xfrm>
          <a:prstGeom xmlns:a="http://schemas.openxmlformats.org/drawingml/2006/main" prst="line">
            <a:avLst/>
          </a:prstGeom>
          <a:noFill xmlns:a="http://schemas.openxmlformats.org/drawingml/2006/main"/>
          <a:ln xmlns:a="http://schemas.openxmlformats.org/drawingml/2006/main" w="9525">
            <a:solidFill>
              <a:srgbClr val="D6DFEB"/>
            </a:solidFill>
          </a:ln>
        </p:spPr>
      </p:sp>
      <p:sp>
        <p:nvSpPr>
          <p:cNvPr id="4" name="">
            <a:extLst xmlns:a="http://schemas.openxmlformats.org/drawingml/2006/main">
              <a:ext uri="{FF2B5EF4-FFF2-40B4-BE49-F238E27FC236}">
                <a16:creationId xmlns:a16="http://schemas.microsoft.com/office/drawing/2014/main" id="{DE53ED49-7193-4314-978E-94723A7B676A}"/>
              </a:ext>
            </a:extLst>
          </p:cNvPr>
          <p:cNvSpPr>
            <a:spLocks xmlns:a="http://schemas.openxmlformats.org/drawingml/2006/main" noGrp="1"/>
          </p:cNvSpPr>
          <p:nvPr/>
        </p:nvSpPr>
        <p:spPr>
          <a:xfrm xmlns:a="http://schemas.openxmlformats.org/drawingml/2006/main">
            <a:off x="495300" y="1571625"/>
            <a:ext cx="11201400" cy="3352800"/>
          </a:xfrm>
          <a:prstGeom xmlns:a="http://schemas.openxmlformats.org/drawingml/2006/main" prst="roundRect">
            <a:avLst>
              <a:gd name="adj" fmla="val 2273"/>
            </a:avLst>
          </a:prstGeom>
          <a:solidFill xmlns:a="http://schemas.openxmlformats.org/drawingml/2006/main">
            <a:srgbClr val="FFFFFF"/>
          </a:solidFill>
          <a:ln xmlns:a="http://schemas.openxmlformats.org/drawingml/2006/main" w="9525">
            <a:solidFill>
              <a:srgbClr val="D6DFEB"/>
            </a:solidFill>
          </a:ln>
        </p:spPr>
      </p:sp>
      <p:sp>
        <p:nvSpPr>
          <p:cNvPr id="5" name="">
            <a:extLst xmlns:a="http://schemas.openxmlformats.org/drawingml/2006/main">
              <a:ext uri="{FF2B5EF4-FFF2-40B4-BE49-F238E27FC236}">
                <a16:creationId xmlns:a16="http://schemas.microsoft.com/office/drawing/2014/main" id="{A283B172-CA85-400A-8240-1FDB1D31B8F2}"/>
              </a:ext>
            </a:extLst>
          </p:cNvPr>
          <p:cNvSpPr>
            <a:spLocks xmlns:a="http://schemas.openxmlformats.org/drawingml/2006/main" noGrp="1"/>
          </p:cNvSpPr>
          <p:nvPr/>
        </p:nvSpPr>
        <p:spPr>
          <a:xfrm xmlns:a="http://schemas.openxmlformats.org/drawingml/2006/main">
            <a:off x="781050" y="180975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000"/>
          </a:bodyPr>
          <a:lstStyle xmlns:a="http://schemas.openxmlformats.org/drawingml/2006/main"/>
          <a:p xmlns:a="http://schemas.openxmlformats.org/drawingml/2006/main">
            <a:pPr>
              <a:defRPr sz="1500" b="1">
                <a:solidFill>
                  <a:srgbClr val="2667D8"/>
                </a:solidFill>
                <a:latin typeface="Arial"/>
                <a:ea typeface="Arial"/>
                <a:cs typeface="Arial"/>
              </a:defRPr>
            </a:pPr>
            <a:r>
              <a:rPr sz="1500" b="1">
                <a:solidFill>
                  <a:srgbClr val="2667D8"/>
                </a:solidFill>
                <a:latin typeface="Arial"/>
                <a:ea typeface="Arial"/>
                <a:cs typeface="Arial"/>
              </a:rPr>
              <a:t>Đầu vào</a:t>
            </a:r>
          </a:p>
        </p:txBody>
      </p:sp>
      <p:sp>
        <p:nvSpPr>
          <p:cNvPr id="6" name="">
            <a:extLst xmlns:a="http://schemas.openxmlformats.org/drawingml/2006/main">
              <a:ext uri="{FF2B5EF4-FFF2-40B4-BE49-F238E27FC236}">
                <a16:creationId xmlns:a16="http://schemas.microsoft.com/office/drawing/2014/main" id="{ABD274DC-05D6-40CE-A837-42B21264ABA7}"/>
              </a:ext>
            </a:extLst>
          </p:cNvPr>
          <p:cNvSpPr>
            <a:spLocks xmlns:a="http://schemas.openxmlformats.org/drawingml/2006/main" noGrp="1"/>
          </p:cNvSpPr>
          <p:nvPr/>
        </p:nvSpPr>
        <p:spPr>
          <a:xfrm xmlns:a="http://schemas.openxmlformats.org/drawingml/2006/main">
            <a:off x="3714750" y="180975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000"/>
          </a:bodyPr>
          <a:lstStyle xmlns:a="http://schemas.openxmlformats.org/drawingml/2006/main"/>
          <a:p xmlns:a="http://schemas.openxmlformats.org/drawingml/2006/main">
            <a:pPr>
              <a:defRPr sz="1500" b="1">
                <a:solidFill>
                  <a:srgbClr val="2667D8"/>
                </a:solidFill>
                <a:latin typeface="Arial"/>
                <a:ea typeface="Arial"/>
                <a:cs typeface="Arial"/>
              </a:defRPr>
            </a:pPr>
            <a:r>
              <a:rPr sz="1500" b="1">
                <a:solidFill>
                  <a:srgbClr val="2667D8"/>
                </a:solidFill>
                <a:latin typeface="Arial"/>
                <a:ea typeface="Arial"/>
                <a:cs typeface="Arial"/>
              </a:rPr>
              <a:t>Trạng thái</a:t>
            </a:r>
          </a:p>
        </p:txBody>
      </p:sp>
      <p:sp>
        <p:nvSpPr>
          <p:cNvPr id="7" name="">
            <a:extLst xmlns:a="http://schemas.openxmlformats.org/drawingml/2006/main">
              <a:ext uri="{FF2B5EF4-FFF2-40B4-BE49-F238E27FC236}">
                <a16:creationId xmlns:a16="http://schemas.microsoft.com/office/drawing/2014/main" id="{16E33814-A8A9-4140-BD60-8A5199888BDA}"/>
              </a:ext>
            </a:extLst>
          </p:cNvPr>
          <p:cNvSpPr>
            <a:spLocks xmlns:a="http://schemas.openxmlformats.org/drawingml/2006/main" noGrp="1"/>
          </p:cNvSpPr>
          <p:nvPr/>
        </p:nvSpPr>
        <p:spPr>
          <a:xfrm xmlns:a="http://schemas.openxmlformats.org/drawingml/2006/main">
            <a:off x="6048375" y="1809750"/>
            <a:ext cx="4857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000"/>
          </a:bodyPr>
          <a:lstStyle xmlns:a="http://schemas.openxmlformats.org/drawingml/2006/main"/>
          <a:p xmlns:a="http://schemas.openxmlformats.org/drawingml/2006/main">
            <a:pPr>
              <a:defRPr sz="1500" b="1">
                <a:solidFill>
                  <a:srgbClr val="2667D8"/>
                </a:solidFill>
                <a:latin typeface="Arial"/>
                <a:ea typeface="Arial"/>
                <a:cs typeface="Arial"/>
              </a:defRPr>
            </a:pPr>
            <a:r>
              <a:rPr sz="1500" b="1">
                <a:solidFill>
                  <a:srgbClr val="2667D8"/>
                </a:solidFill>
                <a:latin typeface="Arial"/>
                <a:ea typeface="Arial"/>
                <a:cs typeface="Arial"/>
              </a:rPr>
              <a:t>Native làm gì?</a:t>
            </a:r>
          </a:p>
        </p:txBody>
      </p:sp>
      <p:sp>
        <p:nvSpPr>
          <p:cNvPr id="8" name="">
            <a:extLst xmlns:a="http://schemas.openxmlformats.org/drawingml/2006/main">
              <a:ext uri="{FF2B5EF4-FFF2-40B4-BE49-F238E27FC236}">
                <a16:creationId xmlns:a16="http://schemas.microsoft.com/office/drawing/2014/main" id="{2F56268C-C771-4B67-A544-F9B3E4D03560}"/>
              </a:ext>
            </a:extLst>
          </p:cNvPr>
          <p:cNvSpPr>
            <a:spLocks xmlns:a="http://schemas.openxmlformats.org/drawingml/2006/main" noGrp="1"/>
          </p:cNvSpPr>
          <p:nvPr/>
        </p:nvSpPr>
        <p:spPr>
          <a:xfrm xmlns:a="http://schemas.openxmlformats.org/drawingml/2006/main">
            <a:off x="742950" y="2143125"/>
            <a:ext cx="10706100" cy="0"/>
          </a:xfrm>
          <a:prstGeom xmlns:a="http://schemas.openxmlformats.org/drawingml/2006/main" prst="line">
            <a:avLst/>
          </a:prstGeom>
          <a:noFill xmlns:a="http://schemas.openxmlformats.org/drawingml/2006/main"/>
          <a:ln xmlns:a="http://schemas.openxmlformats.org/drawingml/2006/main" w="9525">
            <a:solidFill>
              <a:srgbClr val="D6DFEB"/>
            </a:solidFill>
          </a:ln>
        </p:spPr>
      </p:sp>
      <p:sp>
        <p:nvSpPr>
          <p:cNvPr id="9" name="">
            <a:extLst xmlns:a="http://schemas.openxmlformats.org/drawingml/2006/main">
              <a:ext uri="{FF2B5EF4-FFF2-40B4-BE49-F238E27FC236}">
                <a16:creationId xmlns:a16="http://schemas.microsoft.com/office/drawing/2014/main" id="{18B424B8-DB06-490E-8681-14E8F567A67B}"/>
              </a:ext>
            </a:extLst>
          </p:cNvPr>
          <p:cNvSpPr>
            <a:spLocks xmlns:a="http://schemas.openxmlformats.org/drawingml/2006/main" noGrp="1"/>
          </p:cNvSpPr>
          <p:nvPr/>
        </p:nvSpPr>
        <p:spPr>
          <a:xfrm xmlns:a="http://schemas.openxmlformats.org/drawingml/2006/main">
            <a:off x="781050" y="2314575"/>
            <a:ext cx="2619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9697"/>
          </a:bodyPr>
          <a:lstStyle xmlns:a="http://schemas.openxmlformats.org/drawingml/2006/main"/>
          <a:p xmlns:a="http://schemas.openxmlformats.org/drawingml/2006/main">
            <a:pPr>
              <a:defRPr sz="1650" b="1">
                <a:solidFill>
                  <a:srgbClr val="10213D"/>
                </a:solidFill>
                <a:latin typeface="Arial"/>
                <a:ea typeface="Arial"/>
                <a:cs typeface="Arial"/>
              </a:defRPr>
            </a:pPr>
            <a:r>
              <a:rPr sz="1650" b="1">
                <a:solidFill>
                  <a:srgbClr val="10213D"/>
                </a:solidFill>
                <a:latin typeface="Arial"/>
                <a:ea typeface="Arial"/>
                <a:cs typeface="Arial"/>
              </a:rPr>
              <a:t>.h264 / Annex-B</a:t>
            </a:r>
          </a:p>
        </p:txBody>
      </p:sp>
      <p:sp>
        <p:nvSpPr>
          <p:cNvPr id="10" name="">
            <a:extLst xmlns:a="http://schemas.openxmlformats.org/drawingml/2006/main">
              <a:ext uri="{FF2B5EF4-FFF2-40B4-BE49-F238E27FC236}">
                <a16:creationId xmlns:a16="http://schemas.microsoft.com/office/drawing/2014/main" id="{561CDB8D-84BB-49A1-AA8F-E4AA4E5053A4}"/>
              </a:ext>
            </a:extLst>
          </p:cNvPr>
          <p:cNvSpPr>
            <a:spLocks xmlns:a="http://schemas.openxmlformats.org/drawingml/2006/main" noGrp="1"/>
          </p:cNvSpPr>
          <p:nvPr/>
        </p:nvSpPr>
        <p:spPr>
          <a:xfrm xmlns:a="http://schemas.openxmlformats.org/drawingml/2006/main">
            <a:off x="3714750" y="2314575"/>
            <a:ext cx="200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6667"/>
          </a:bodyPr>
          <a:lstStyle xmlns:a="http://schemas.openxmlformats.org/drawingml/2006/main"/>
          <a:p xmlns:a="http://schemas.openxmlformats.org/drawingml/2006/main">
            <a:pPr>
              <a:defRPr sz="1500" b="1">
                <a:solidFill>
                  <a:srgbClr val="25A36F"/>
                </a:solidFill>
                <a:latin typeface="Arial"/>
                <a:ea typeface="Arial"/>
                <a:cs typeface="Arial"/>
              </a:defRPr>
            </a:pPr>
            <a:r>
              <a:rPr sz="1500" b="1">
                <a:solidFill>
                  <a:srgbClr val="25A36F"/>
                </a:solidFill>
                <a:latin typeface="Arial"/>
                <a:ea typeface="Arial"/>
                <a:cs typeface="Arial"/>
              </a:rPr>
              <a:t>Nhận trực tiếp</a:t>
            </a:r>
          </a:p>
        </p:txBody>
      </p:sp>
      <p:sp>
        <p:nvSpPr>
          <p:cNvPr id="11" name="">
            <a:extLst xmlns:a="http://schemas.openxmlformats.org/drawingml/2006/main">
              <a:ext uri="{FF2B5EF4-FFF2-40B4-BE49-F238E27FC236}">
                <a16:creationId xmlns:a16="http://schemas.microsoft.com/office/drawing/2014/main" id="{FF1748BF-AEE6-4A98-A66E-D90FEC0EEF87}"/>
              </a:ext>
            </a:extLst>
          </p:cNvPr>
          <p:cNvSpPr>
            <a:spLocks xmlns:a="http://schemas.openxmlformats.org/drawingml/2006/main" noGrp="1"/>
          </p:cNvSpPr>
          <p:nvPr/>
        </p:nvSpPr>
        <p:spPr>
          <a:xfrm xmlns:a="http://schemas.openxmlformats.org/drawingml/2006/main">
            <a:off x="6048375" y="2314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a:solidFill>
                  <a:srgbClr val="5A6780"/>
                </a:solidFill>
                <a:latin typeface="Arial"/>
                <a:ea typeface="Arial"/>
                <a:cs typeface="Arial"/>
              </a:defRPr>
            </a:pPr>
            <a:r>
              <a:rPr sz="1500">
                <a:solidFill>
                  <a:srgbClr val="5A6780"/>
                </a:solidFill>
                <a:latin typeface="Arial"/>
                <a:ea typeface="Arial"/>
                <a:cs typeface="Arial"/>
              </a:rPr>
              <a:t>Cần start code 00 00 01 hoặc 00 00 00 01</a:t>
            </a:r>
          </a:p>
        </p:txBody>
      </p:sp>
      <p:sp>
        <p:nvSpPr>
          <p:cNvPr id="12" name="">
            <a:extLst xmlns:a="http://schemas.openxmlformats.org/drawingml/2006/main">
              <a:ext uri="{FF2B5EF4-FFF2-40B4-BE49-F238E27FC236}">
                <a16:creationId xmlns:a16="http://schemas.microsoft.com/office/drawing/2014/main" id="{7FBE73AB-F431-40FA-BD98-C7E92A35F783}"/>
              </a:ext>
            </a:extLst>
          </p:cNvPr>
          <p:cNvSpPr>
            <a:spLocks xmlns:a="http://schemas.openxmlformats.org/drawingml/2006/main" noGrp="1"/>
          </p:cNvSpPr>
          <p:nvPr/>
        </p:nvSpPr>
        <p:spPr>
          <a:xfrm xmlns:a="http://schemas.openxmlformats.org/drawingml/2006/main">
            <a:off x="742950" y="2781300"/>
            <a:ext cx="10706100" cy="0"/>
          </a:xfrm>
          <a:prstGeom xmlns:a="http://schemas.openxmlformats.org/drawingml/2006/main" prst="line">
            <a:avLst/>
          </a:prstGeom>
          <a:noFill xmlns:a="http://schemas.openxmlformats.org/drawingml/2006/main"/>
          <a:ln xmlns:a="http://schemas.openxmlformats.org/drawingml/2006/main" w="9525">
            <a:solidFill>
              <a:srgbClr val="E8EDF4"/>
            </a:solidFill>
          </a:ln>
        </p:spPr>
      </p:sp>
      <p:sp>
        <p:nvSpPr>
          <p:cNvPr id="13" name="">
            <a:extLst xmlns:a="http://schemas.openxmlformats.org/drawingml/2006/main">
              <a:ext uri="{FF2B5EF4-FFF2-40B4-BE49-F238E27FC236}">
                <a16:creationId xmlns:a16="http://schemas.microsoft.com/office/drawing/2014/main" id="{9AB7D901-0825-4EE7-A5D3-CC821AD01C71}"/>
              </a:ext>
            </a:extLst>
          </p:cNvPr>
          <p:cNvSpPr>
            <a:spLocks xmlns:a="http://schemas.openxmlformats.org/drawingml/2006/main" noGrp="1"/>
          </p:cNvSpPr>
          <p:nvPr/>
        </p:nvSpPr>
        <p:spPr>
          <a:xfrm xmlns:a="http://schemas.openxmlformats.org/drawingml/2006/main">
            <a:off x="781050" y="2952750"/>
            <a:ext cx="2619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9697"/>
          </a:bodyPr>
          <a:lstStyle xmlns:a="http://schemas.openxmlformats.org/drawingml/2006/main"/>
          <a:p xmlns:a="http://schemas.openxmlformats.org/drawingml/2006/main">
            <a:pPr>
              <a:defRPr sz="1650" b="1">
                <a:solidFill>
                  <a:srgbClr val="10213D"/>
                </a:solidFill>
                <a:latin typeface="Arial"/>
                <a:ea typeface="Arial"/>
                <a:cs typeface="Arial"/>
              </a:defRPr>
            </a:pPr>
            <a:r>
              <a:rPr sz="1650" b="1">
                <a:solidFill>
                  <a:srgbClr val="10213D"/>
                </a:solidFill>
                <a:latin typeface="Arial"/>
                <a:ea typeface="Arial"/>
                <a:cs typeface="Arial"/>
              </a:rPr>
              <a:t>H.264 binary chunks</a:t>
            </a:r>
          </a:p>
        </p:txBody>
      </p:sp>
      <p:sp>
        <p:nvSpPr>
          <p:cNvPr id="14" name="">
            <a:extLst xmlns:a="http://schemas.openxmlformats.org/drawingml/2006/main">
              <a:ext uri="{FF2B5EF4-FFF2-40B4-BE49-F238E27FC236}">
                <a16:creationId xmlns:a16="http://schemas.microsoft.com/office/drawing/2014/main" id="{9EA4AFA3-AE97-43DC-9989-74621F13FDBF}"/>
              </a:ext>
            </a:extLst>
          </p:cNvPr>
          <p:cNvSpPr>
            <a:spLocks xmlns:a="http://schemas.openxmlformats.org/drawingml/2006/main" noGrp="1"/>
          </p:cNvSpPr>
          <p:nvPr/>
        </p:nvSpPr>
        <p:spPr>
          <a:xfrm xmlns:a="http://schemas.openxmlformats.org/drawingml/2006/main">
            <a:off x="3714750" y="2952750"/>
            <a:ext cx="200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6667"/>
          </a:bodyPr>
          <a:lstStyle xmlns:a="http://schemas.openxmlformats.org/drawingml/2006/main"/>
          <a:p xmlns:a="http://schemas.openxmlformats.org/drawingml/2006/main">
            <a:pPr>
              <a:defRPr sz="1500" b="1">
                <a:solidFill>
                  <a:srgbClr val="25A36F"/>
                </a:solidFill>
                <a:latin typeface="Arial"/>
                <a:ea typeface="Arial"/>
                <a:cs typeface="Arial"/>
              </a:defRPr>
            </a:pPr>
            <a:r>
              <a:rPr sz="1500" b="1">
                <a:solidFill>
                  <a:srgbClr val="25A36F"/>
                </a:solidFill>
                <a:latin typeface="Arial"/>
                <a:ea typeface="Arial"/>
                <a:cs typeface="Arial"/>
              </a:rPr>
              <a:t>Nhận trực tiếp</a:t>
            </a:r>
          </a:p>
        </p:txBody>
      </p:sp>
      <p:sp>
        <p:nvSpPr>
          <p:cNvPr id="15" name="">
            <a:extLst xmlns:a="http://schemas.openxmlformats.org/drawingml/2006/main">
              <a:ext uri="{FF2B5EF4-FFF2-40B4-BE49-F238E27FC236}">
                <a16:creationId xmlns:a16="http://schemas.microsoft.com/office/drawing/2014/main" id="{4B34A15A-B5BC-4B4E-9C15-09A6F300534E}"/>
              </a:ext>
            </a:extLst>
          </p:cNvPr>
          <p:cNvSpPr>
            <a:spLocks xmlns:a="http://schemas.openxmlformats.org/drawingml/2006/main" noGrp="1"/>
          </p:cNvSpPr>
          <p:nvPr/>
        </p:nvSpPr>
        <p:spPr>
          <a:xfrm xmlns:a="http://schemas.openxmlformats.org/drawingml/2006/main">
            <a:off x="6048375" y="29527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a:solidFill>
                  <a:srgbClr val="5A6780"/>
                </a:solidFill>
                <a:latin typeface="Arial"/>
                <a:ea typeface="Arial"/>
                <a:cs typeface="Arial"/>
              </a:defRPr>
            </a:pPr>
            <a:r>
              <a:rPr sz="1500">
                <a:solidFill>
                  <a:srgbClr val="5A6780"/>
                </a:solidFill>
                <a:latin typeface="Arial"/>
                <a:ea typeface="Arial"/>
                <a:cs typeface="Arial"/>
              </a:rPr>
              <a:t>Đường WebSocket, adapter đưa chunk vào stdin native</a:t>
            </a:r>
          </a:p>
        </p:txBody>
      </p:sp>
      <p:sp>
        <p:nvSpPr>
          <p:cNvPr id="16" name="">
            <a:extLst xmlns:a="http://schemas.openxmlformats.org/drawingml/2006/main">
              <a:ext uri="{FF2B5EF4-FFF2-40B4-BE49-F238E27FC236}">
                <a16:creationId xmlns:a16="http://schemas.microsoft.com/office/drawing/2014/main" id="{6125129E-215F-4399-B840-F469DB9AA295}"/>
              </a:ext>
            </a:extLst>
          </p:cNvPr>
          <p:cNvSpPr>
            <a:spLocks xmlns:a="http://schemas.openxmlformats.org/drawingml/2006/main" noGrp="1"/>
          </p:cNvSpPr>
          <p:nvPr/>
        </p:nvSpPr>
        <p:spPr>
          <a:xfrm xmlns:a="http://schemas.openxmlformats.org/drawingml/2006/main">
            <a:off x="742950" y="3419475"/>
            <a:ext cx="10706100" cy="0"/>
          </a:xfrm>
          <a:prstGeom xmlns:a="http://schemas.openxmlformats.org/drawingml/2006/main" prst="line">
            <a:avLst/>
          </a:prstGeom>
          <a:noFill xmlns:a="http://schemas.openxmlformats.org/drawingml/2006/main"/>
          <a:ln xmlns:a="http://schemas.openxmlformats.org/drawingml/2006/main" w="9525">
            <a:solidFill>
              <a:srgbClr val="E8EDF4"/>
            </a:solidFill>
          </a:ln>
        </p:spPr>
      </p:sp>
      <p:sp>
        <p:nvSpPr>
          <p:cNvPr id="17" name="">
            <a:extLst xmlns:a="http://schemas.openxmlformats.org/drawingml/2006/main">
              <a:ext uri="{FF2B5EF4-FFF2-40B4-BE49-F238E27FC236}">
                <a16:creationId xmlns:a16="http://schemas.microsoft.com/office/drawing/2014/main" id="{09CF18E1-71C5-4ABA-BF15-5D7A2349FE0E}"/>
              </a:ext>
            </a:extLst>
          </p:cNvPr>
          <p:cNvSpPr>
            <a:spLocks xmlns:a="http://schemas.openxmlformats.org/drawingml/2006/main" noGrp="1"/>
          </p:cNvSpPr>
          <p:nvPr/>
        </p:nvSpPr>
        <p:spPr>
          <a:xfrm xmlns:a="http://schemas.openxmlformats.org/drawingml/2006/main">
            <a:off x="781050" y="3590925"/>
            <a:ext cx="2619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9697"/>
          </a:bodyPr>
          <a:lstStyle xmlns:a="http://schemas.openxmlformats.org/drawingml/2006/main"/>
          <a:p xmlns:a="http://schemas.openxmlformats.org/drawingml/2006/main">
            <a:pPr>
              <a:defRPr sz="1650" b="1">
                <a:solidFill>
                  <a:srgbClr val="10213D"/>
                </a:solidFill>
                <a:latin typeface="Arial"/>
                <a:ea typeface="Arial"/>
                <a:cs typeface="Arial"/>
              </a:defRPr>
            </a:pPr>
            <a:r>
              <a:rPr sz="1650" b="1">
                <a:solidFill>
                  <a:srgbClr val="10213D"/>
                </a:solidFill>
                <a:latin typeface="Arial"/>
                <a:ea typeface="Arial"/>
                <a:cs typeface="Arial"/>
              </a:rPr>
              <a:t>.mp4 · .mov · .mkv</a:t>
            </a:r>
          </a:p>
        </p:txBody>
      </p:sp>
      <p:sp>
        <p:nvSpPr>
          <p:cNvPr id="18" name="">
            <a:extLst xmlns:a="http://schemas.openxmlformats.org/drawingml/2006/main">
              <a:ext uri="{FF2B5EF4-FFF2-40B4-BE49-F238E27FC236}">
                <a16:creationId xmlns:a16="http://schemas.microsoft.com/office/drawing/2014/main" id="{6B93EF7F-D159-4D1C-BC83-01024F2F56E4}"/>
              </a:ext>
            </a:extLst>
          </p:cNvPr>
          <p:cNvSpPr>
            <a:spLocks xmlns:a="http://schemas.openxmlformats.org/drawingml/2006/main" noGrp="1"/>
          </p:cNvSpPr>
          <p:nvPr/>
        </p:nvSpPr>
        <p:spPr>
          <a:xfrm xmlns:a="http://schemas.openxmlformats.org/drawingml/2006/main">
            <a:off x="3714750" y="3590925"/>
            <a:ext cx="200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6667"/>
          </a:bodyPr>
          <a:lstStyle xmlns:a="http://schemas.openxmlformats.org/drawingml/2006/main"/>
          <a:p xmlns:a="http://schemas.openxmlformats.org/drawingml/2006/main">
            <a:pPr>
              <a:defRPr sz="1500" b="1">
                <a:solidFill>
                  <a:srgbClr val="F2994A"/>
                </a:solidFill>
                <a:latin typeface="Arial"/>
                <a:ea typeface="Arial"/>
                <a:cs typeface="Arial"/>
              </a:defRPr>
            </a:pPr>
            <a:r>
              <a:rPr sz="1500" b="1">
                <a:solidFill>
                  <a:srgbClr val="F2994A"/>
                </a:solidFill>
                <a:latin typeface="Arial"/>
                <a:ea typeface="Arial"/>
                <a:cs typeface="Arial"/>
              </a:rPr>
              <a:t>Cần chuyển đổi</a:t>
            </a:r>
          </a:p>
        </p:txBody>
      </p:sp>
      <p:sp>
        <p:nvSpPr>
          <p:cNvPr id="19" name="">
            <a:extLst xmlns:a="http://schemas.openxmlformats.org/drawingml/2006/main">
              <a:ext uri="{FF2B5EF4-FFF2-40B4-BE49-F238E27FC236}">
                <a16:creationId xmlns:a16="http://schemas.microsoft.com/office/drawing/2014/main" id="{87CEFDB5-43D0-4231-B7F5-BEEB820E7037}"/>
              </a:ext>
            </a:extLst>
          </p:cNvPr>
          <p:cNvSpPr>
            <a:spLocks xmlns:a="http://schemas.openxmlformats.org/drawingml/2006/main" noGrp="1"/>
          </p:cNvSpPr>
          <p:nvPr/>
        </p:nvSpPr>
        <p:spPr>
          <a:xfrm xmlns:a="http://schemas.openxmlformats.org/drawingml/2006/main">
            <a:off x="6048375" y="35909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8107"/>
          </a:bodyPr>
          <a:lstStyle xmlns:a="http://schemas.openxmlformats.org/drawingml/2006/main"/>
          <a:p xmlns:a="http://schemas.openxmlformats.org/drawingml/2006/main">
            <a:pPr>
              <a:defRPr sz="1500">
                <a:solidFill>
                  <a:srgbClr val="5A6780"/>
                </a:solidFill>
                <a:latin typeface="Arial"/>
                <a:ea typeface="Arial"/>
                <a:cs typeface="Arial"/>
              </a:defRPr>
            </a:pPr>
            <a:r>
              <a:rPr sz="1500">
                <a:solidFill>
                  <a:srgbClr val="5A6780"/>
                </a:solidFill>
                <a:latin typeface="Arial"/>
                <a:ea typeface="Arial"/>
                <a:cs typeface="Arial"/>
              </a:rPr>
              <a:t>Dùng FFmpeg để xuất raw H.264 Annex-B trước khi nhúng</a:t>
            </a:r>
          </a:p>
        </p:txBody>
      </p:sp>
      <p:sp>
        <p:nvSpPr>
          <p:cNvPr id="20" name="">
            <a:extLst xmlns:a="http://schemas.openxmlformats.org/drawingml/2006/main">
              <a:ext uri="{FF2B5EF4-FFF2-40B4-BE49-F238E27FC236}">
                <a16:creationId xmlns:a16="http://schemas.microsoft.com/office/drawing/2014/main" id="{12D26A29-FC84-4956-B5B4-752B2300A417}"/>
              </a:ext>
            </a:extLst>
          </p:cNvPr>
          <p:cNvSpPr>
            <a:spLocks xmlns:a="http://schemas.openxmlformats.org/drawingml/2006/main" noGrp="1"/>
          </p:cNvSpPr>
          <p:nvPr/>
        </p:nvSpPr>
        <p:spPr>
          <a:xfrm xmlns:a="http://schemas.openxmlformats.org/drawingml/2006/main">
            <a:off x="742950" y="4057650"/>
            <a:ext cx="10706100" cy="0"/>
          </a:xfrm>
          <a:prstGeom xmlns:a="http://schemas.openxmlformats.org/drawingml/2006/main" prst="line">
            <a:avLst/>
          </a:prstGeom>
          <a:noFill xmlns:a="http://schemas.openxmlformats.org/drawingml/2006/main"/>
          <a:ln xmlns:a="http://schemas.openxmlformats.org/drawingml/2006/main" w="9525">
            <a:solidFill>
              <a:srgbClr val="E8EDF4"/>
            </a:solidFill>
          </a:ln>
        </p:spPr>
      </p:sp>
      <p:sp>
        <p:nvSpPr>
          <p:cNvPr id="21" name="">
            <a:extLst xmlns:a="http://schemas.openxmlformats.org/drawingml/2006/main">
              <a:ext uri="{FF2B5EF4-FFF2-40B4-BE49-F238E27FC236}">
                <a16:creationId xmlns:a16="http://schemas.microsoft.com/office/drawing/2014/main" id="{2ED401BE-28F9-4030-A178-85B12DD8978F}"/>
              </a:ext>
            </a:extLst>
          </p:cNvPr>
          <p:cNvSpPr>
            <a:spLocks xmlns:a="http://schemas.openxmlformats.org/drawingml/2006/main" noGrp="1"/>
          </p:cNvSpPr>
          <p:nvPr/>
        </p:nvSpPr>
        <p:spPr>
          <a:xfrm xmlns:a="http://schemas.openxmlformats.org/drawingml/2006/main">
            <a:off x="781050" y="4229100"/>
            <a:ext cx="2619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9697"/>
          </a:bodyPr>
          <a:lstStyle xmlns:a="http://schemas.openxmlformats.org/drawingml/2006/main"/>
          <a:p xmlns:a="http://schemas.openxmlformats.org/drawingml/2006/main">
            <a:pPr>
              <a:defRPr sz="1650" b="1">
                <a:solidFill>
                  <a:srgbClr val="10213D"/>
                </a:solidFill>
                <a:latin typeface="Arial"/>
                <a:ea typeface="Arial"/>
                <a:cs typeface="Arial"/>
              </a:defRPr>
            </a:pPr>
            <a:r>
              <a:rPr sz="1650" b="1">
                <a:solidFill>
                  <a:srgbClr val="10213D"/>
                </a:solidFill>
                <a:latin typeface="Arial"/>
                <a:ea typeface="Arial"/>
                <a:cs typeface="Arial"/>
              </a:rPr>
              <a:t>.y4m</a:t>
            </a:r>
          </a:p>
        </p:txBody>
      </p:sp>
      <p:sp>
        <p:nvSpPr>
          <p:cNvPr id="22" name="">
            <a:extLst xmlns:a="http://schemas.openxmlformats.org/drawingml/2006/main">
              <a:ext uri="{FF2B5EF4-FFF2-40B4-BE49-F238E27FC236}">
                <a16:creationId xmlns:a16="http://schemas.microsoft.com/office/drawing/2014/main" id="{065198DF-3FD9-4F56-AF24-A4AD6B3F0E2C}"/>
              </a:ext>
            </a:extLst>
          </p:cNvPr>
          <p:cNvSpPr>
            <a:spLocks xmlns:a="http://schemas.openxmlformats.org/drawingml/2006/main" noGrp="1"/>
          </p:cNvSpPr>
          <p:nvPr/>
        </p:nvSpPr>
        <p:spPr>
          <a:xfrm xmlns:a="http://schemas.openxmlformats.org/drawingml/2006/main">
            <a:off x="3714750" y="4229100"/>
            <a:ext cx="200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6667"/>
          </a:bodyPr>
          <a:lstStyle xmlns:a="http://schemas.openxmlformats.org/drawingml/2006/main"/>
          <a:p xmlns:a="http://schemas.openxmlformats.org/drawingml/2006/main">
            <a:pPr>
              <a:defRPr sz="1500" b="1">
                <a:solidFill>
                  <a:srgbClr val="F2994A"/>
                </a:solidFill>
                <a:latin typeface="Arial"/>
                <a:ea typeface="Arial"/>
                <a:cs typeface="Arial"/>
              </a:defRPr>
            </a:pPr>
            <a:r>
              <a:rPr sz="1500" b="1">
                <a:solidFill>
                  <a:srgbClr val="F2994A"/>
                </a:solidFill>
                <a:latin typeface="Arial"/>
                <a:ea typeface="Arial"/>
                <a:cs typeface="Arial"/>
              </a:rPr>
              <a:t>Dữ liệu benchmark</a:t>
            </a:r>
          </a:p>
        </p:txBody>
      </p:sp>
      <p:sp>
        <p:nvSpPr>
          <p:cNvPr id="23" name="">
            <a:extLst xmlns:a="http://schemas.openxmlformats.org/drawingml/2006/main">
              <a:ext uri="{FF2B5EF4-FFF2-40B4-BE49-F238E27FC236}">
                <a16:creationId xmlns:a16="http://schemas.microsoft.com/office/drawing/2014/main" id="{2B474315-BB1A-4BA9-B386-3AA0011F93B4}"/>
              </a:ext>
            </a:extLst>
          </p:cNvPr>
          <p:cNvSpPr>
            <a:spLocks xmlns:a="http://schemas.openxmlformats.org/drawingml/2006/main" noGrp="1"/>
          </p:cNvSpPr>
          <p:nvPr/>
        </p:nvSpPr>
        <p:spPr>
          <a:xfrm xmlns:a="http://schemas.openxmlformats.org/drawingml/2006/main">
            <a:off x="6048375" y="42291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8152"/>
          </a:bodyPr>
          <a:lstStyle xmlns:a="http://schemas.openxmlformats.org/drawingml/2006/main"/>
          <a:p xmlns:a="http://schemas.openxmlformats.org/drawingml/2006/main">
            <a:pPr>
              <a:defRPr sz="1500">
                <a:solidFill>
                  <a:srgbClr val="5A6780"/>
                </a:solidFill>
                <a:latin typeface="Arial"/>
                <a:ea typeface="Arial"/>
                <a:cs typeface="Arial"/>
              </a:defRPr>
            </a:pPr>
            <a:r>
              <a:rPr sz="1500">
                <a:solidFill>
                  <a:srgbClr val="5A6780"/>
                </a:solidFill>
                <a:latin typeface="Arial"/>
                <a:ea typeface="Arial"/>
                <a:cs typeface="Arial"/>
              </a:rPr>
              <a:t>FFmpeg/libx264 mã hóa thành H.264 trước khi native xử lý</a:t>
            </a:r>
          </a:p>
        </p:txBody>
      </p:sp>
      <p:sp>
        <p:nvSpPr>
          <p:cNvPr id="24" name="">
            <a:extLst xmlns:a="http://schemas.openxmlformats.org/drawingml/2006/main">
              <a:ext uri="{FF2B5EF4-FFF2-40B4-BE49-F238E27FC236}">
                <a16:creationId xmlns:a16="http://schemas.microsoft.com/office/drawing/2014/main" id="{B3CFD278-D84C-4825-AD76-1E5A3BFEBE21}"/>
              </a:ext>
            </a:extLst>
          </p:cNvPr>
          <p:cNvSpPr>
            <a:spLocks xmlns:a="http://schemas.openxmlformats.org/drawingml/2006/main" noGrp="1"/>
          </p:cNvSpPr>
          <p:nvPr/>
        </p:nvSpPr>
        <p:spPr>
          <a:xfrm xmlns:a="http://schemas.openxmlformats.org/drawingml/2006/main">
            <a:off x="1257300" y="5019675"/>
            <a:ext cx="9677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defRPr sz="1275" i="1">
                <a:solidFill>
                  <a:srgbClr val="63728A"/>
                </a:solidFill>
                <a:latin typeface="Arial"/>
                <a:ea typeface="Arial"/>
                <a:cs typeface="Arial"/>
              </a:defRPr>
            </a:pPr>
            <a:r>
              <a:rPr sz="1275" i="1">
                <a:solidFill>
                  <a:srgbClr val="63728A"/>
                </a:solidFill>
                <a:latin typeface="Arial"/>
                <a:ea typeface="Arial"/>
                <a:cs typeface="Arial"/>
              </a:rPr>
              <a:t>Hình 4 — Định dạng native nhận trực tiếp và các định dạng cần chuyển sang H.264 Annex-B trước khi parse.</a:t>
            </a:r>
          </a:p>
        </p:txBody>
      </p:sp>
      <p:sp>
        <p:nvSpPr>
          <p:cNvPr id="25" name="">
            <a:extLst xmlns:a="http://schemas.openxmlformats.org/drawingml/2006/main">
              <a:ext uri="{FF2B5EF4-FFF2-40B4-BE49-F238E27FC236}">
                <a16:creationId xmlns:a16="http://schemas.microsoft.com/office/drawing/2014/main" id="{8B9CC88C-A4B4-4076-B11A-A10FDB192015}"/>
              </a:ext>
            </a:extLst>
          </p:cNvPr>
          <p:cNvSpPr>
            <a:spLocks xmlns:a="http://schemas.openxmlformats.org/drawingml/2006/main" noGrp="1"/>
          </p:cNvSpPr>
          <p:nvPr/>
        </p:nvSpPr>
        <p:spPr>
          <a:xfrm xmlns:a="http://schemas.openxmlformats.org/drawingml/2006/main">
            <a:off x="1257300" y="5257800"/>
            <a:ext cx="9677400" cy="714375"/>
          </a:xfrm>
          <a:prstGeom xmlns:a="http://schemas.openxmlformats.org/drawingml/2006/main" prst="roundRect">
            <a:avLst>
              <a:gd name="adj" fmla="val 10667"/>
            </a:avLst>
          </a:prstGeom>
          <a:solidFill xmlns:a="http://schemas.openxmlformats.org/drawingml/2006/main">
            <a:srgbClr val="FFF5E9"/>
          </a:solidFill>
          <a:ln xmlns:a="http://schemas.openxmlformats.org/drawingml/2006/main" w="9525">
            <a:solidFill>
              <a:srgbClr val="F7D2A5"/>
            </a:solidFill>
          </a:ln>
        </p:spPr>
      </p:sp>
      <p:sp>
        <p:nvSpPr>
          <p:cNvPr id="26" name="">
            <a:extLst xmlns:a="http://schemas.openxmlformats.org/drawingml/2006/main">
              <a:ext uri="{FF2B5EF4-FFF2-40B4-BE49-F238E27FC236}">
                <a16:creationId xmlns:a16="http://schemas.microsoft.com/office/drawing/2014/main" id="{11A95E50-3EA4-41B1-9FE2-DB8F971F53C0}"/>
              </a:ext>
            </a:extLst>
          </p:cNvPr>
          <p:cNvSpPr>
            <a:spLocks xmlns:a="http://schemas.openxmlformats.org/drawingml/2006/main" noGrp="1"/>
          </p:cNvSpPr>
          <p:nvPr/>
        </p:nvSpPr>
        <p:spPr>
          <a:xfrm xmlns:a="http://schemas.openxmlformats.org/drawingml/2006/main">
            <a:off x="1562100" y="5448300"/>
            <a:ext cx="9096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539"/>
          </a:bodyPr>
          <a:lstStyle xmlns:a="http://schemas.openxmlformats.org/drawingml/2006/main"/>
          <a:p xmlns:a="http://schemas.openxmlformats.org/drawingml/2006/main">
            <a:pPr>
              <a:defRPr sz="1425">
                <a:solidFill>
                  <a:srgbClr val="8A5017"/>
                </a:solidFill>
                <a:latin typeface="Arial"/>
                <a:ea typeface="Arial"/>
                <a:cs typeface="Arial"/>
              </a:defRPr>
            </a:pPr>
            <a:r>
              <a:rPr sz="1425">
                <a:solidFill>
                  <a:srgbClr val="8A5017"/>
                </a:solidFill>
                <a:latin typeface="Arial"/>
                <a:ea typeface="Arial"/>
                <a:cs typeface="Arial"/>
              </a:rPr>
              <a:t>Native parser hiện tập trung Baseline/Main dùng CAVLC, frame-only và IDR I-slice. CABAC, slice groups và các nhánh P/B chưa nằm trong phạm vi nhúng native.</a:t>
            </a:r>
          </a:p>
        </p:txBody>
      </p:sp>
      <p:sp>
        <p:nvSpPr>
          <p:cNvPr id="27" name="">
            <a:extLst xmlns:a="http://schemas.openxmlformats.org/drawingml/2006/main">
              <a:ext uri="{FF2B5EF4-FFF2-40B4-BE49-F238E27FC236}">
                <a16:creationId xmlns:a16="http://schemas.microsoft.com/office/drawing/2014/main" id="{66911EA1-AABF-4FA7-8A62-130AFFB9606F}"/>
              </a:ext>
            </a:extLst>
          </p:cNvPr>
          <p:cNvSpPr>
            <a:spLocks xmlns:a="http://schemas.openxmlformats.org/drawingml/2006/main" noGrp="1"/>
          </p:cNvSpPr>
          <p:nvPr/>
        </p:nvSpPr>
        <p:spPr>
          <a:xfrm xmlns:a="http://schemas.openxmlformats.org/drawingml/2006/main">
            <a:off x="400050" y="6486525"/>
            <a:ext cx="3048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28" name="">
            <a:extLst xmlns:a="http://schemas.openxmlformats.org/drawingml/2006/main">
              <a:ext uri="{FF2B5EF4-FFF2-40B4-BE49-F238E27FC236}">
                <a16:creationId xmlns:a16="http://schemas.microsoft.com/office/drawing/2014/main" id="{3D31E12D-ABF1-4C2E-BAB5-28D308CE9E98}"/>
              </a:ext>
            </a:extLst>
          </p:cNvPr>
          <p:cNvSpPr>
            <a:spLocks xmlns:a="http://schemas.openxmlformats.org/drawingml/2006/main" noGrp="1"/>
          </p:cNvSpPr>
          <p:nvPr/>
        </p:nvSpPr>
        <p:spPr>
          <a:xfrm xmlns:a="http://schemas.openxmlformats.org/drawingml/2006/main">
            <a:off x="11287125" y="6457950"/>
            <a:ext cx="4762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b="1">
                <a:solidFill>
                  <a:srgbClr val="8B96A8"/>
                </a:solidFill>
                <a:latin typeface="Arial"/>
                <a:ea typeface="Arial"/>
                <a:cs typeface="Arial"/>
              </a:defRPr>
            </a:pPr>
            <a:r>
              <a:rPr sz="900" b="1">
                <a:solidFill>
                  <a:srgbClr val="8B96A8"/>
                </a:solidFill>
                <a:latin typeface="Arial"/>
                <a:ea typeface="Arial"/>
                <a:cs typeface="Arial"/>
              </a:rPr>
              <a:t>04</a:t>
            </a:r>
          </a:p>
        </p:txBody>
      </p:sp>
    </p:spTree>
    <p:extLst>
      <p:ext uri="{BB962C8B-B14F-4D97-AF65-F5344CB8AC3E}">
        <p14:creationId xmlns:p14="http://schemas.microsoft.com/office/powerpoint/2010/main" val="172190805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DD1C7579-A294-4BF8-8B45-25C384FFB523}"/>
              </a:ext>
            </a:extLst>
          </p:cNvPr>
          <p:cNvSpPr>
            <a:spLocks xmlns:a="http://schemas.openxmlformats.org/drawingml/2006/main" noGrp="1"/>
          </p:cNvSpPr>
          <p:nvPr/>
        </p:nvSpPr>
        <p:spPr>
          <a:xfrm xmlns:a="http://schemas.openxmlformats.org/drawingml/2006/main">
            <a:off x="419100" y="3524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0213D"/>
                </a:solidFill>
                <a:latin typeface="Arial"/>
                <a:ea typeface="Arial"/>
                <a:cs typeface="Arial"/>
              </a:defRPr>
            </a:pPr>
            <a:r>
              <a:rPr sz="2700" b="1">
                <a:solidFill>
                  <a:srgbClr val="10213D"/>
                </a:solidFill>
                <a:latin typeface="Arial"/>
                <a:ea typeface="Arial"/>
                <a:cs typeface="Arial"/>
              </a:rPr>
              <a:t>Một NAL IDR nhìn như dải hex</a:t>
            </a:r>
          </a:p>
        </p:txBody>
      </p:sp>
      <p:sp>
        <p:nvSpPr>
          <p:cNvPr id="2" name="">
            <a:extLst xmlns:a="http://schemas.openxmlformats.org/drawingml/2006/main">
              <a:ext uri="{FF2B5EF4-FFF2-40B4-BE49-F238E27FC236}">
                <a16:creationId xmlns:a16="http://schemas.microsoft.com/office/drawing/2014/main" id="{C73D97E9-7504-4C8D-B93A-94F71FF2214A}"/>
              </a:ext>
            </a:extLst>
          </p:cNvPr>
          <p:cNvSpPr>
            <a:spLocks xmlns:a="http://schemas.openxmlformats.org/drawingml/2006/main" noGrp="1"/>
          </p:cNvSpPr>
          <p:nvPr/>
        </p:nvSpPr>
        <p:spPr>
          <a:xfrm xmlns:a="http://schemas.openxmlformats.org/drawingml/2006/main">
            <a:off x="438150" y="933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625"/>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Native không nhìn video như hình ảnh. Nó lần từ byte start code tới slice payload, rồi mới tìm residual CAVLC.</a:t>
            </a:r>
          </a:p>
        </p:txBody>
      </p:sp>
      <p:sp>
        <p:nvSpPr>
          <p:cNvPr id="3" name="">
            <a:extLst xmlns:a="http://schemas.openxmlformats.org/drawingml/2006/main">
              <a:ext uri="{FF2B5EF4-FFF2-40B4-BE49-F238E27FC236}">
                <a16:creationId xmlns:a16="http://schemas.microsoft.com/office/drawing/2014/main" id="{18D78AF0-EA25-4511-A4C5-06065DF3369B}"/>
              </a:ext>
            </a:extLst>
          </p:cNvPr>
          <p:cNvSpPr>
            <a:spLocks xmlns:a="http://schemas.openxmlformats.org/drawingml/2006/main" noGrp="1"/>
          </p:cNvSpPr>
          <p:nvPr/>
        </p:nvSpPr>
        <p:spPr>
          <a:xfrm xmlns:a="http://schemas.openxmlformats.org/drawingml/2006/main">
            <a:off x="419100" y="1304925"/>
            <a:ext cx="11353800" cy="0"/>
          </a:xfrm>
          <a:prstGeom xmlns:a="http://schemas.openxmlformats.org/drawingml/2006/main" prst="line">
            <a:avLst/>
          </a:prstGeom>
          <a:noFill xmlns:a="http://schemas.openxmlformats.org/drawingml/2006/main"/>
          <a:ln xmlns:a="http://schemas.openxmlformats.org/drawingml/2006/main" w="9525">
            <a:solidFill>
              <a:srgbClr val="D6DFEB"/>
            </a:solidFill>
          </a:ln>
        </p:spPr>
      </p:sp>
      <p:sp>
        <p:nvSpPr>
          <p:cNvPr id="4" name="">
            <a:extLst xmlns:a="http://schemas.openxmlformats.org/drawingml/2006/main">
              <a:ext uri="{FF2B5EF4-FFF2-40B4-BE49-F238E27FC236}">
                <a16:creationId xmlns:a16="http://schemas.microsoft.com/office/drawing/2014/main" id="{D6AC4EC2-B57B-4C7E-AA73-83EF6C5495F5}"/>
              </a:ext>
            </a:extLst>
          </p:cNvPr>
          <p:cNvSpPr>
            <a:spLocks xmlns:a="http://schemas.openxmlformats.org/drawingml/2006/main" noGrp="1"/>
          </p:cNvSpPr>
          <p:nvPr/>
        </p:nvSpPr>
        <p:spPr>
          <a:xfrm xmlns:a="http://schemas.openxmlformats.org/drawingml/2006/main">
            <a:off x="781050" y="2133600"/>
            <a:ext cx="733425"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9050">
            <a:solidFill>
              <a:srgbClr val="2667D8"/>
            </a:solidFill>
          </a:ln>
        </p:spPr>
      </p:sp>
      <p:sp>
        <p:nvSpPr>
          <p:cNvPr id="5" name="">
            <a:extLst xmlns:a="http://schemas.openxmlformats.org/drawingml/2006/main">
              <a:ext uri="{FF2B5EF4-FFF2-40B4-BE49-F238E27FC236}">
                <a16:creationId xmlns:a16="http://schemas.microsoft.com/office/drawing/2014/main" id="{7187243F-B12F-4837-9C19-2BB41DD7A212}"/>
              </a:ext>
            </a:extLst>
          </p:cNvPr>
          <p:cNvSpPr>
            <a:spLocks xmlns:a="http://schemas.openxmlformats.org/drawingml/2006/main" noGrp="1"/>
          </p:cNvSpPr>
          <p:nvPr/>
        </p:nvSpPr>
        <p:spPr>
          <a:xfrm xmlns:a="http://schemas.openxmlformats.org/drawingml/2006/main">
            <a:off x="781050" y="2314575"/>
            <a:ext cx="7334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974"/>
          </a:bodyPr>
          <a:lstStyle xmlns:a="http://schemas.openxmlformats.org/drawingml/2006/main"/>
          <a:p xmlns:a="http://schemas.openxmlformats.org/drawingml/2006/main">
            <a:pPr>
              <a:defRPr sz="1950" b="1">
                <a:solidFill>
                  <a:srgbClr val="2667D8"/>
                </a:solidFill>
                <a:latin typeface="Arial"/>
                <a:ea typeface="Arial"/>
                <a:cs typeface="Arial"/>
              </a:defRPr>
            </a:pPr>
            <a:r>
              <a:rPr sz="1950" b="1">
                <a:solidFill>
                  <a:srgbClr val="2667D8"/>
                </a:solidFill>
                <a:latin typeface="Arial"/>
                <a:ea typeface="Arial"/>
                <a:cs typeface="Arial"/>
              </a:rPr>
              <a:t>00</a:t>
            </a:r>
          </a:p>
        </p:txBody>
      </p:sp>
      <p:sp>
        <p:nvSpPr>
          <p:cNvPr id="6" name="">
            <a:extLst xmlns:a="http://schemas.openxmlformats.org/drawingml/2006/main">
              <a:ext uri="{FF2B5EF4-FFF2-40B4-BE49-F238E27FC236}">
                <a16:creationId xmlns:a16="http://schemas.microsoft.com/office/drawing/2014/main" id="{30A31A93-4922-42CA-B7DF-644D52928D92}"/>
              </a:ext>
            </a:extLst>
          </p:cNvPr>
          <p:cNvSpPr>
            <a:spLocks xmlns:a="http://schemas.openxmlformats.org/drawingml/2006/main" noGrp="1"/>
          </p:cNvSpPr>
          <p:nvPr/>
        </p:nvSpPr>
        <p:spPr>
          <a:xfrm xmlns:a="http://schemas.openxmlformats.org/drawingml/2006/main">
            <a:off x="1628775" y="2133600"/>
            <a:ext cx="733425"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9050">
            <a:solidFill>
              <a:srgbClr val="2667D8"/>
            </a:solidFill>
          </a:ln>
        </p:spPr>
      </p:sp>
      <p:sp>
        <p:nvSpPr>
          <p:cNvPr id="7" name="">
            <a:extLst xmlns:a="http://schemas.openxmlformats.org/drawingml/2006/main">
              <a:ext uri="{FF2B5EF4-FFF2-40B4-BE49-F238E27FC236}">
                <a16:creationId xmlns:a16="http://schemas.microsoft.com/office/drawing/2014/main" id="{BD1AC06E-30B8-46ED-BCF7-581F741C6041}"/>
              </a:ext>
            </a:extLst>
          </p:cNvPr>
          <p:cNvSpPr>
            <a:spLocks xmlns:a="http://schemas.openxmlformats.org/drawingml/2006/main" noGrp="1"/>
          </p:cNvSpPr>
          <p:nvPr/>
        </p:nvSpPr>
        <p:spPr>
          <a:xfrm xmlns:a="http://schemas.openxmlformats.org/drawingml/2006/main">
            <a:off x="1628775" y="2314575"/>
            <a:ext cx="7334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974"/>
          </a:bodyPr>
          <a:lstStyle xmlns:a="http://schemas.openxmlformats.org/drawingml/2006/main"/>
          <a:p xmlns:a="http://schemas.openxmlformats.org/drawingml/2006/main">
            <a:pPr>
              <a:defRPr sz="1950" b="1">
                <a:solidFill>
                  <a:srgbClr val="2667D8"/>
                </a:solidFill>
                <a:latin typeface="Arial"/>
                <a:ea typeface="Arial"/>
                <a:cs typeface="Arial"/>
              </a:defRPr>
            </a:pPr>
            <a:r>
              <a:rPr sz="1950" b="1">
                <a:solidFill>
                  <a:srgbClr val="2667D8"/>
                </a:solidFill>
                <a:latin typeface="Arial"/>
                <a:ea typeface="Arial"/>
                <a:cs typeface="Arial"/>
              </a:rPr>
              <a:t>00</a:t>
            </a:r>
          </a:p>
        </p:txBody>
      </p:sp>
      <p:sp>
        <p:nvSpPr>
          <p:cNvPr id="8" name="">
            <a:extLst xmlns:a="http://schemas.openxmlformats.org/drawingml/2006/main">
              <a:ext uri="{FF2B5EF4-FFF2-40B4-BE49-F238E27FC236}">
                <a16:creationId xmlns:a16="http://schemas.microsoft.com/office/drawing/2014/main" id="{42A37631-F1FE-4D91-8031-0FAC91BA695C}"/>
              </a:ext>
            </a:extLst>
          </p:cNvPr>
          <p:cNvSpPr>
            <a:spLocks xmlns:a="http://schemas.openxmlformats.org/drawingml/2006/main" noGrp="1"/>
          </p:cNvSpPr>
          <p:nvPr/>
        </p:nvSpPr>
        <p:spPr>
          <a:xfrm xmlns:a="http://schemas.openxmlformats.org/drawingml/2006/main">
            <a:off x="2476500" y="2133600"/>
            <a:ext cx="733425"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9050">
            <a:solidFill>
              <a:srgbClr val="2667D8"/>
            </a:solidFill>
          </a:ln>
        </p:spPr>
      </p:sp>
      <p:sp>
        <p:nvSpPr>
          <p:cNvPr id="9" name="">
            <a:extLst xmlns:a="http://schemas.openxmlformats.org/drawingml/2006/main">
              <a:ext uri="{FF2B5EF4-FFF2-40B4-BE49-F238E27FC236}">
                <a16:creationId xmlns:a16="http://schemas.microsoft.com/office/drawing/2014/main" id="{B7E9DE3A-85F8-4804-8B31-C9035564622C}"/>
              </a:ext>
            </a:extLst>
          </p:cNvPr>
          <p:cNvSpPr>
            <a:spLocks xmlns:a="http://schemas.openxmlformats.org/drawingml/2006/main" noGrp="1"/>
          </p:cNvSpPr>
          <p:nvPr/>
        </p:nvSpPr>
        <p:spPr>
          <a:xfrm xmlns:a="http://schemas.openxmlformats.org/drawingml/2006/main">
            <a:off x="2476500" y="2314575"/>
            <a:ext cx="7334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974"/>
          </a:bodyPr>
          <a:lstStyle xmlns:a="http://schemas.openxmlformats.org/drawingml/2006/main"/>
          <a:p xmlns:a="http://schemas.openxmlformats.org/drawingml/2006/main">
            <a:pPr>
              <a:defRPr sz="1950" b="1">
                <a:solidFill>
                  <a:srgbClr val="2667D8"/>
                </a:solidFill>
                <a:latin typeface="Arial"/>
                <a:ea typeface="Arial"/>
                <a:cs typeface="Arial"/>
              </a:defRPr>
            </a:pPr>
            <a:r>
              <a:rPr sz="1950" b="1">
                <a:solidFill>
                  <a:srgbClr val="2667D8"/>
                </a:solidFill>
                <a:latin typeface="Arial"/>
                <a:ea typeface="Arial"/>
                <a:cs typeface="Arial"/>
              </a:rPr>
              <a:t>00</a:t>
            </a:r>
          </a:p>
        </p:txBody>
      </p:sp>
      <p:sp>
        <p:nvSpPr>
          <p:cNvPr id="10" name="">
            <a:extLst xmlns:a="http://schemas.openxmlformats.org/drawingml/2006/main">
              <a:ext uri="{FF2B5EF4-FFF2-40B4-BE49-F238E27FC236}">
                <a16:creationId xmlns:a16="http://schemas.microsoft.com/office/drawing/2014/main" id="{2FF8A92C-CA43-4B66-8A78-1479DE07F7D0}"/>
              </a:ext>
            </a:extLst>
          </p:cNvPr>
          <p:cNvSpPr>
            <a:spLocks xmlns:a="http://schemas.openxmlformats.org/drawingml/2006/main" noGrp="1"/>
          </p:cNvSpPr>
          <p:nvPr/>
        </p:nvSpPr>
        <p:spPr>
          <a:xfrm xmlns:a="http://schemas.openxmlformats.org/drawingml/2006/main">
            <a:off x="3324225" y="2133600"/>
            <a:ext cx="733425"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9050">
            <a:solidFill>
              <a:srgbClr val="2667D8"/>
            </a:solidFill>
          </a:ln>
        </p:spPr>
      </p:sp>
      <p:sp>
        <p:nvSpPr>
          <p:cNvPr id="11" name="">
            <a:extLst xmlns:a="http://schemas.openxmlformats.org/drawingml/2006/main">
              <a:ext uri="{FF2B5EF4-FFF2-40B4-BE49-F238E27FC236}">
                <a16:creationId xmlns:a16="http://schemas.microsoft.com/office/drawing/2014/main" id="{E06BB6D7-B12F-4AD5-8230-8B5AF60436D6}"/>
              </a:ext>
            </a:extLst>
          </p:cNvPr>
          <p:cNvSpPr>
            <a:spLocks xmlns:a="http://schemas.openxmlformats.org/drawingml/2006/main" noGrp="1"/>
          </p:cNvSpPr>
          <p:nvPr/>
        </p:nvSpPr>
        <p:spPr>
          <a:xfrm xmlns:a="http://schemas.openxmlformats.org/drawingml/2006/main">
            <a:off x="3324225" y="2314575"/>
            <a:ext cx="7334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974"/>
          </a:bodyPr>
          <a:lstStyle xmlns:a="http://schemas.openxmlformats.org/drawingml/2006/main"/>
          <a:p xmlns:a="http://schemas.openxmlformats.org/drawingml/2006/main">
            <a:pPr>
              <a:defRPr sz="1950" b="1">
                <a:solidFill>
                  <a:srgbClr val="2667D8"/>
                </a:solidFill>
                <a:latin typeface="Arial"/>
                <a:ea typeface="Arial"/>
                <a:cs typeface="Arial"/>
              </a:defRPr>
            </a:pPr>
            <a:r>
              <a:rPr sz="1950" b="1">
                <a:solidFill>
                  <a:srgbClr val="2667D8"/>
                </a:solidFill>
                <a:latin typeface="Arial"/>
                <a:ea typeface="Arial"/>
                <a:cs typeface="Arial"/>
              </a:rPr>
              <a:t>01</a:t>
            </a:r>
          </a:p>
        </p:txBody>
      </p:sp>
      <p:sp>
        <p:nvSpPr>
          <p:cNvPr id="12" name="">
            <a:extLst xmlns:a="http://schemas.openxmlformats.org/drawingml/2006/main">
              <a:ext uri="{FF2B5EF4-FFF2-40B4-BE49-F238E27FC236}">
                <a16:creationId xmlns:a16="http://schemas.microsoft.com/office/drawing/2014/main" id="{452B0BFE-DB2A-4D80-8799-F8AF7F5BC777}"/>
              </a:ext>
            </a:extLst>
          </p:cNvPr>
          <p:cNvSpPr>
            <a:spLocks xmlns:a="http://schemas.openxmlformats.org/drawingml/2006/main" noGrp="1"/>
          </p:cNvSpPr>
          <p:nvPr/>
        </p:nvSpPr>
        <p:spPr>
          <a:xfrm xmlns:a="http://schemas.openxmlformats.org/drawingml/2006/main">
            <a:off x="4171950" y="2133600"/>
            <a:ext cx="733425"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9050">
            <a:solidFill>
              <a:srgbClr val="F2994A"/>
            </a:solidFill>
          </a:ln>
        </p:spPr>
      </p:sp>
      <p:sp>
        <p:nvSpPr>
          <p:cNvPr id="13" name="">
            <a:extLst xmlns:a="http://schemas.openxmlformats.org/drawingml/2006/main">
              <a:ext uri="{FF2B5EF4-FFF2-40B4-BE49-F238E27FC236}">
                <a16:creationId xmlns:a16="http://schemas.microsoft.com/office/drawing/2014/main" id="{0E7A7B01-A788-4122-8F90-31B5AA6616A9}"/>
              </a:ext>
            </a:extLst>
          </p:cNvPr>
          <p:cNvSpPr>
            <a:spLocks xmlns:a="http://schemas.openxmlformats.org/drawingml/2006/main" noGrp="1"/>
          </p:cNvSpPr>
          <p:nvPr/>
        </p:nvSpPr>
        <p:spPr>
          <a:xfrm xmlns:a="http://schemas.openxmlformats.org/drawingml/2006/main">
            <a:off x="4171950" y="2314575"/>
            <a:ext cx="7334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974"/>
          </a:bodyPr>
          <a:lstStyle xmlns:a="http://schemas.openxmlformats.org/drawingml/2006/main"/>
          <a:p xmlns:a="http://schemas.openxmlformats.org/drawingml/2006/main">
            <a:pPr>
              <a:defRPr sz="1950" b="1">
                <a:solidFill>
                  <a:srgbClr val="F2994A"/>
                </a:solidFill>
                <a:latin typeface="Arial"/>
                <a:ea typeface="Arial"/>
                <a:cs typeface="Arial"/>
              </a:defRPr>
            </a:pPr>
            <a:r>
              <a:rPr sz="1950" b="1">
                <a:solidFill>
                  <a:srgbClr val="F2994A"/>
                </a:solidFill>
                <a:latin typeface="Arial"/>
                <a:ea typeface="Arial"/>
                <a:cs typeface="Arial"/>
              </a:rPr>
              <a:t>65</a:t>
            </a:r>
          </a:p>
        </p:txBody>
      </p:sp>
      <p:sp>
        <p:nvSpPr>
          <p:cNvPr id="14" name="">
            <a:extLst xmlns:a="http://schemas.openxmlformats.org/drawingml/2006/main">
              <a:ext uri="{FF2B5EF4-FFF2-40B4-BE49-F238E27FC236}">
                <a16:creationId xmlns:a16="http://schemas.microsoft.com/office/drawing/2014/main" id="{1A80372F-C7C6-47A9-A335-35C79E6C8F3C}"/>
              </a:ext>
            </a:extLst>
          </p:cNvPr>
          <p:cNvSpPr>
            <a:spLocks xmlns:a="http://schemas.openxmlformats.org/drawingml/2006/main" noGrp="1"/>
          </p:cNvSpPr>
          <p:nvPr/>
        </p:nvSpPr>
        <p:spPr>
          <a:xfrm xmlns:a="http://schemas.openxmlformats.org/drawingml/2006/main">
            <a:off x="5019675" y="2133600"/>
            <a:ext cx="733425"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9050">
            <a:solidFill>
              <a:srgbClr val="16A4C7"/>
            </a:solidFill>
          </a:ln>
        </p:spPr>
      </p:sp>
      <p:sp>
        <p:nvSpPr>
          <p:cNvPr id="15" name="">
            <a:extLst xmlns:a="http://schemas.openxmlformats.org/drawingml/2006/main">
              <a:ext uri="{FF2B5EF4-FFF2-40B4-BE49-F238E27FC236}">
                <a16:creationId xmlns:a16="http://schemas.microsoft.com/office/drawing/2014/main" id="{D7D8D327-F619-46CE-9FFE-91317739B036}"/>
              </a:ext>
            </a:extLst>
          </p:cNvPr>
          <p:cNvSpPr>
            <a:spLocks xmlns:a="http://schemas.openxmlformats.org/drawingml/2006/main" noGrp="1"/>
          </p:cNvSpPr>
          <p:nvPr/>
        </p:nvSpPr>
        <p:spPr>
          <a:xfrm xmlns:a="http://schemas.openxmlformats.org/drawingml/2006/main">
            <a:off x="5019675" y="2314575"/>
            <a:ext cx="7334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974"/>
          </a:bodyPr>
          <a:lstStyle xmlns:a="http://schemas.openxmlformats.org/drawingml/2006/main"/>
          <a:p xmlns:a="http://schemas.openxmlformats.org/drawingml/2006/main">
            <a:pPr>
              <a:defRPr sz="1950" b="1">
                <a:solidFill>
                  <a:srgbClr val="16A4C7"/>
                </a:solidFill>
                <a:latin typeface="Arial"/>
                <a:ea typeface="Arial"/>
                <a:cs typeface="Arial"/>
              </a:defRPr>
            </a:pPr>
            <a:r>
              <a:rPr sz="1950" b="1">
                <a:solidFill>
                  <a:srgbClr val="16A4C7"/>
                </a:solidFill>
                <a:latin typeface="Arial"/>
                <a:ea typeface="Arial"/>
                <a:cs typeface="Arial"/>
              </a:rPr>
              <a:t>88</a:t>
            </a:r>
          </a:p>
        </p:txBody>
      </p:sp>
      <p:sp>
        <p:nvSpPr>
          <p:cNvPr id="16" name="">
            <a:extLst xmlns:a="http://schemas.openxmlformats.org/drawingml/2006/main">
              <a:ext uri="{FF2B5EF4-FFF2-40B4-BE49-F238E27FC236}">
                <a16:creationId xmlns:a16="http://schemas.microsoft.com/office/drawing/2014/main" id="{658C94E2-E862-44A8-8B92-35CCF9B30193}"/>
              </a:ext>
            </a:extLst>
          </p:cNvPr>
          <p:cNvSpPr>
            <a:spLocks xmlns:a="http://schemas.openxmlformats.org/drawingml/2006/main" noGrp="1"/>
          </p:cNvSpPr>
          <p:nvPr/>
        </p:nvSpPr>
        <p:spPr>
          <a:xfrm xmlns:a="http://schemas.openxmlformats.org/drawingml/2006/main">
            <a:off x="5867400" y="2133600"/>
            <a:ext cx="733425"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9050">
            <a:solidFill>
              <a:srgbClr val="16A4C7"/>
            </a:solidFill>
          </a:ln>
        </p:spPr>
      </p:sp>
      <p:sp>
        <p:nvSpPr>
          <p:cNvPr id="17" name="">
            <a:extLst xmlns:a="http://schemas.openxmlformats.org/drawingml/2006/main">
              <a:ext uri="{FF2B5EF4-FFF2-40B4-BE49-F238E27FC236}">
                <a16:creationId xmlns:a16="http://schemas.microsoft.com/office/drawing/2014/main" id="{5C1C593B-34CA-403A-8EE9-4FA0265D3969}"/>
              </a:ext>
            </a:extLst>
          </p:cNvPr>
          <p:cNvSpPr>
            <a:spLocks xmlns:a="http://schemas.openxmlformats.org/drawingml/2006/main" noGrp="1"/>
          </p:cNvSpPr>
          <p:nvPr/>
        </p:nvSpPr>
        <p:spPr>
          <a:xfrm xmlns:a="http://schemas.openxmlformats.org/drawingml/2006/main">
            <a:off x="5867400" y="2314575"/>
            <a:ext cx="7334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974"/>
          </a:bodyPr>
          <a:lstStyle xmlns:a="http://schemas.openxmlformats.org/drawingml/2006/main"/>
          <a:p xmlns:a="http://schemas.openxmlformats.org/drawingml/2006/main">
            <a:pPr>
              <a:defRPr sz="1950" b="1">
                <a:solidFill>
                  <a:srgbClr val="16A4C7"/>
                </a:solidFill>
                <a:latin typeface="Arial"/>
                <a:ea typeface="Arial"/>
                <a:cs typeface="Arial"/>
              </a:defRPr>
            </a:pPr>
            <a:r>
              <a:rPr sz="1950" b="1">
                <a:solidFill>
                  <a:srgbClr val="16A4C7"/>
                </a:solidFill>
                <a:latin typeface="Arial"/>
                <a:ea typeface="Arial"/>
                <a:cs typeface="Arial"/>
              </a:rPr>
              <a:t>84</a:t>
            </a:r>
          </a:p>
        </p:txBody>
      </p:sp>
      <p:sp>
        <p:nvSpPr>
          <p:cNvPr id="18" name="">
            <a:extLst xmlns:a="http://schemas.openxmlformats.org/drawingml/2006/main">
              <a:ext uri="{FF2B5EF4-FFF2-40B4-BE49-F238E27FC236}">
                <a16:creationId xmlns:a16="http://schemas.microsoft.com/office/drawing/2014/main" id="{BD1DA88C-E004-4846-8B0A-9B2C60509FC4}"/>
              </a:ext>
            </a:extLst>
          </p:cNvPr>
          <p:cNvSpPr>
            <a:spLocks xmlns:a="http://schemas.openxmlformats.org/drawingml/2006/main" noGrp="1"/>
          </p:cNvSpPr>
          <p:nvPr/>
        </p:nvSpPr>
        <p:spPr>
          <a:xfrm xmlns:a="http://schemas.openxmlformats.org/drawingml/2006/main">
            <a:off x="6715125" y="2133600"/>
            <a:ext cx="733425"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9050">
            <a:solidFill>
              <a:srgbClr val="16A4C7"/>
            </a:solidFill>
          </a:ln>
        </p:spPr>
      </p:sp>
      <p:sp>
        <p:nvSpPr>
          <p:cNvPr id="19" name="">
            <a:extLst xmlns:a="http://schemas.openxmlformats.org/drawingml/2006/main">
              <a:ext uri="{FF2B5EF4-FFF2-40B4-BE49-F238E27FC236}">
                <a16:creationId xmlns:a16="http://schemas.microsoft.com/office/drawing/2014/main" id="{F82721BC-4C40-4DD3-936D-AB248CAC09F1}"/>
              </a:ext>
            </a:extLst>
          </p:cNvPr>
          <p:cNvSpPr>
            <a:spLocks xmlns:a="http://schemas.openxmlformats.org/drawingml/2006/main" noGrp="1"/>
          </p:cNvSpPr>
          <p:nvPr/>
        </p:nvSpPr>
        <p:spPr>
          <a:xfrm xmlns:a="http://schemas.openxmlformats.org/drawingml/2006/main">
            <a:off x="6715125" y="2314575"/>
            <a:ext cx="7334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974"/>
          </a:bodyPr>
          <a:lstStyle xmlns:a="http://schemas.openxmlformats.org/drawingml/2006/main"/>
          <a:p xmlns:a="http://schemas.openxmlformats.org/drawingml/2006/main">
            <a:pPr>
              <a:defRPr sz="1950" b="1">
                <a:solidFill>
                  <a:srgbClr val="16A4C7"/>
                </a:solidFill>
                <a:latin typeface="Arial"/>
                <a:ea typeface="Arial"/>
                <a:cs typeface="Arial"/>
              </a:defRPr>
            </a:pPr>
            <a:r>
              <a:rPr sz="1950" b="1">
                <a:solidFill>
                  <a:srgbClr val="16A4C7"/>
                </a:solidFill>
                <a:latin typeface="Arial"/>
                <a:ea typeface="Arial"/>
                <a:cs typeface="Arial"/>
              </a:rPr>
              <a:t>21</a:t>
            </a:r>
          </a:p>
        </p:txBody>
      </p:sp>
      <p:sp>
        <p:nvSpPr>
          <p:cNvPr id="20" name="">
            <a:extLst xmlns:a="http://schemas.openxmlformats.org/drawingml/2006/main">
              <a:ext uri="{FF2B5EF4-FFF2-40B4-BE49-F238E27FC236}">
                <a16:creationId xmlns:a16="http://schemas.microsoft.com/office/drawing/2014/main" id="{356D7E19-786C-45C7-B308-5C3A38067BA0}"/>
              </a:ext>
            </a:extLst>
          </p:cNvPr>
          <p:cNvSpPr>
            <a:spLocks xmlns:a="http://schemas.openxmlformats.org/drawingml/2006/main" noGrp="1"/>
          </p:cNvSpPr>
          <p:nvPr/>
        </p:nvSpPr>
        <p:spPr>
          <a:xfrm xmlns:a="http://schemas.openxmlformats.org/drawingml/2006/main">
            <a:off x="7562850" y="2133600"/>
            <a:ext cx="733425"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9050">
            <a:solidFill>
              <a:srgbClr val="25A36F"/>
            </a:solidFill>
          </a:ln>
        </p:spPr>
      </p:sp>
      <p:sp>
        <p:nvSpPr>
          <p:cNvPr id="21" name="">
            <a:extLst xmlns:a="http://schemas.openxmlformats.org/drawingml/2006/main">
              <a:ext uri="{FF2B5EF4-FFF2-40B4-BE49-F238E27FC236}">
                <a16:creationId xmlns:a16="http://schemas.microsoft.com/office/drawing/2014/main" id="{77FD4661-BB08-41DE-B43C-3C0AB19D1E65}"/>
              </a:ext>
            </a:extLst>
          </p:cNvPr>
          <p:cNvSpPr>
            <a:spLocks xmlns:a="http://schemas.openxmlformats.org/drawingml/2006/main" noGrp="1"/>
          </p:cNvSpPr>
          <p:nvPr/>
        </p:nvSpPr>
        <p:spPr>
          <a:xfrm xmlns:a="http://schemas.openxmlformats.org/drawingml/2006/main">
            <a:off x="7562850" y="2314575"/>
            <a:ext cx="7334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974"/>
          </a:bodyPr>
          <a:lstStyle xmlns:a="http://schemas.openxmlformats.org/drawingml/2006/main"/>
          <a:p xmlns:a="http://schemas.openxmlformats.org/drawingml/2006/main">
            <a:pPr>
              <a:defRPr sz="1950" b="1">
                <a:solidFill>
                  <a:srgbClr val="25A36F"/>
                </a:solidFill>
                <a:latin typeface="Arial"/>
                <a:ea typeface="Arial"/>
                <a:cs typeface="Arial"/>
              </a:defRPr>
            </a:pPr>
            <a:r>
              <a:rPr sz="1950" b="1">
                <a:solidFill>
                  <a:srgbClr val="25A36F"/>
                </a:solidFill>
                <a:latin typeface="Arial"/>
                <a:ea typeface="Arial"/>
                <a:cs typeface="Arial"/>
              </a:rPr>
              <a:t>0A</a:t>
            </a:r>
          </a:p>
        </p:txBody>
      </p:sp>
      <p:sp>
        <p:nvSpPr>
          <p:cNvPr id="22" name="">
            <a:extLst xmlns:a="http://schemas.openxmlformats.org/drawingml/2006/main">
              <a:ext uri="{FF2B5EF4-FFF2-40B4-BE49-F238E27FC236}">
                <a16:creationId xmlns:a16="http://schemas.microsoft.com/office/drawing/2014/main" id="{CB32EB48-A6BB-4138-A4A8-45FB389963DD}"/>
              </a:ext>
            </a:extLst>
          </p:cNvPr>
          <p:cNvSpPr>
            <a:spLocks xmlns:a="http://schemas.openxmlformats.org/drawingml/2006/main" noGrp="1"/>
          </p:cNvSpPr>
          <p:nvPr/>
        </p:nvSpPr>
        <p:spPr>
          <a:xfrm xmlns:a="http://schemas.openxmlformats.org/drawingml/2006/main">
            <a:off x="8410575" y="2133600"/>
            <a:ext cx="733425"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9050">
            <a:solidFill>
              <a:srgbClr val="25A36F"/>
            </a:solidFill>
          </a:ln>
        </p:spPr>
      </p:sp>
      <p:sp>
        <p:nvSpPr>
          <p:cNvPr id="23" name="">
            <a:extLst xmlns:a="http://schemas.openxmlformats.org/drawingml/2006/main">
              <a:ext uri="{FF2B5EF4-FFF2-40B4-BE49-F238E27FC236}">
                <a16:creationId xmlns:a16="http://schemas.microsoft.com/office/drawing/2014/main" id="{FD1AFAB2-F9E6-4658-81F6-5DAD17662BED}"/>
              </a:ext>
            </a:extLst>
          </p:cNvPr>
          <p:cNvSpPr>
            <a:spLocks xmlns:a="http://schemas.openxmlformats.org/drawingml/2006/main" noGrp="1"/>
          </p:cNvSpPr>
          <p:nvPr/>
        </p:nvSpPr>
        <p:spPr>
          <a:xfrm xmlns:a="http://schemas.openxmlformats.org/drawingml/2006/main">
            <a:off x="8410575" y="2314575"/>
            <a:ext cx="7334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974"/>
          </a:bodyPr>
          <a:lstStyle xmlns:a="http://schemas.openxmlformats.org/drawingml/2006/main"/>
          <a:p xmlns:a="http://schemas.openxmlformats.org/drawingml/2006/main">
            <a:pPr>
              <a:defRPr sz="1950" b="1">
                <a:solidFill>
                  <a:srgbClr val="25A36F"/>
                </a:solidFill>
                <a:latin typeface="Arial"/>
                <a:ea typeface="Arial"/>
                <a:cs typeface="Arial"/>
              </a:defRPr>
            </a:pPr>
            <a:r>
              <a:rPr sz="1950" b="1">
                <a:solidFill>
                  <a:srgbClr val="25A36F"/>
                </a:solidFill>
                <a:latin typeface="Arial"/>
                <a:ea typeface="Arial"/>
                <a:cs typeface="Arial"/>
              </a:rPr>
              <a:t>F0</a:t>
            </a:r>
          </a:p>
        </p:txBody>
      </p:sp>
      <p:sp>
        <p:nvSpPr>
          <p:cNvPr id="24" name="">
            <a:extLst xmlns:a="http://schemas.openxmlformats.org/drawingml/2006/main">
              <a:ext uri="{FF2B5EF4-FFF2-40B4-BE49-F238E27FC236}">
                <a16:creationId xmlns:a16="http://schemas.microsoft.com/office/drawing/2014/main" id="{FE209A79-EE8A-4612-80A2-83D70DAC8226}"/>
              </a:ext>
            </a:extLst>
          </p:cNvPr>
          <p:cNvSpPr>
            <a:spLocks xmlns:a="http://schemas.openxmlformats.org/drawingml/2006/main" noGrp="1"/>
          </p:cNvSpPr>
          <p:nvPr/>
        </p:nvSpPr>
        <p:spPr>
          <a:xfrm xmlns:a="http://schemas.openxmlformats.org/drawingml/2006/main">
            <a:off x="9258300" y="2133600"/>
            <a:ext cx="733425"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9050">
            <a:solidFill>
              <a:srgbClr val="25A36F"/>
            </a:solidFill>
          </a:ln>
        </p:spPr>
      </p:sp>
      <p:sp>
        <p:nvSpPr>
          <p:cNvPr id="25" name="">
            <a:extLst xmlns:a="http://schemas.openxmlformats.org/drawingml/2006/main">
              <a:ext uri="{FF2B5EF4-FFF2-40B4-BE49-F238E27FC236}">
                <a16:creationId xmlns:a16="http://schemas.microsoft.com/office/drawing/2014/main" id="{62C61184-232E-4F0F-97FD-4466C340E82D}"/>
              </a:ext>
            </a:extLst>
          </p:cNvPr>
          <p:cNvSpPr>
            <a:spLocks xmlns:a="http://schemas.openxmlformats.org/drawingml/2006/main" noGrp="1"/>
          </p:cNvSpPr>
          <p:nvPr/>
        </p:nvSpPr>
        <p:spPr>
          <a:xfrm xmlns:a="http://schemas.openxmlformats.org/drawingml/2006/main">
            <a:off x="9258300" y="2314575"/>
            <a:ext cx="7334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974"/>
          </a:bodyPr>
          <a:lstStyle xmlns:a="http://schemas.openxmlformats.org/drawingml/2006/main"/>
          <a:p xmlns:a="http://schemas.openxmlformats.org/drawingml/2006/main">
            <a:pPr>
              <a:defRPr sz="1950" b="1">
                <a:solidFill>
                  <a:srgbClr val="25A36F"/>
                </a:solidFill>
                <a:latin typeface="Arial"/>
                <a:ea typeface="Arial"/>
                <a:cs typeface="Arial"/>
              </a:defRPr>
            </a:pPr>
            <a:r>
              <a:rPr sz="1950" b="1">
                <a:solidFill>
                  <a:srgbClr val="25A36F"/>
                </a:solidFill>
                <a:latin typeface="Arial"/>
                <a:ea typeface="Arial"/>
                <a:cs typeface="Arial"/>
              </a:rPr>
              <a:t>00</a:t>
            </a:r>
          </a:p>
        </p:txBody>
      </p:sp>
      <p:sp>
        <p:nvSpPr>
          <p:cNvPr id="26" name="">
            <a:extLst xmlns:a="http://schemas.openxmlformats.org/drawingml/2006/main">
              <a:ext uri="{FF2B5EF4-FFF2-40B4-BE49-F238E27FC236}">
                <a16:creationId xmlns:a16="http://schemas.microsoft.com/office/drawing/2014/main" id="{0C31822C-C3CF-4D55-A0D8-A1C7BFCE9FBB}"/>
              </a:ext>
            </a:extLst>
          </p:cNvPr>
          <p:cNvSpPr>
            <a:spLocks xmlns:a="http://schemas.openxmlformats.org/drawingml/2006/main" noGrp="1"/>
          </p:cNvSpPr>
          <p:nvPr/>
        </p:nvSpPr>
        <p:spPr>
          <a:xfrm xmlns:a="http://schemas.openxmlformats.org/drawingml/2006/main">
            <a:off x="10106025" y="2133600"/>
            <a:ext cx="733425"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9050">
            <a:solidFill>
              <a:srgbClr val="25A36F"/>
            </a:solidFill>
          </a:ln>
        </p:spPr>
      </p:sp>
      <p:sp>
        <p:nvSpPr>
          <p:cNvPr id="27" name="">
            <a:extLst xmlns:a="http://schemas.openxmlformats.org/drawingml/2006/main">
              <a:ext uri="{FF2B5EF4-FFF2-40B4-BE49-F238E27FC236}">
                <a16:creationId xmlns:a16="http://schemas.microsoft.com/office/drawing/2014/main" id="{15F1E1A9-0116-4D43-BB4A-D73C728D5BDC}"/>
              </a:ext>
            </a:extLst>
          </p:cNvPr>
          <p:cNvSpPr>
            <a:spLocks xmlns:a="http://schemas.openxmlformats.org/drawingml/2006/main" noGrp="1"/>
          </p:cNvSpPr>
          <p:nvPr/>
        </p:nvSpPr>
        <p:spPr>
          <a:xfrm xmlns:a="http://schemas.openxmlformats.org/drawingml/2006/main">
            <a:off x="10106025" y="2314575"/>
            <a:ext cx="7334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974"/>
          </a:bodyPr>
          <a:lstStyle xmlns:a="http://schemas.openxmlformats.org/drawingml/2006/main"/>
          <a:p xmlns:a="http://schemas.openxmlformats.org/drawingml/2006/main">
            <a:pPr>
              <a:defRPr sz="1950" b="1">
                <a:solidFill>
                  <a:srgbClr val="25A36F"/>
                </a:solidFill>
                <a:latin typeface="Arial"/>
                <a:ea typeface="Arial"/>
                <a:cs typeface="Arial"/>
              </a:defRPr>
            </a:pPr>
            <a:r>
              <a:rPr sz="1950" b="1">
                <a:solidFill>
                  <a:srgbClr val="25A36F"/>
                </a:solidFill>
                <a:latin typeface="Arial"/>
                <a:ea typeface="Arial"/>
                <a:cs typeface="Arial"/>
              </a:rPr>
              <a:t>…</a:t>
            </a:r>
          </a:p>
        </p:txBody>
      </p:sp>
      <p:sp>
        <p:nvSpPr>
          <p:cNvPr id="28" name="">
            <a:extLst xmlns:a="http://schemas.openxmlformats.org/drawingml/2006/main">
              <a:ext uri="{FF2B5EF4-FFF2-40B4-BE49-F238E27FC236}">
                <a16:creationId xmlns:a16="http://schemas.microsoft.com/office/drawing/2014/main" id="{5724680F-DAD5-4A26-87FE-BBEAB34E014F}"/>
              </a:ext>
            </a:extLst>
          </p:cNvPr>
          <p:cNvSpPr>
            <a:spLocks xmlns:a="http://schemas.openxmlformats.org/drawingml/2006/main" noGrp="1"/>
          </p:cNvSpPr>
          <p:nvPr/>
        </p:nvSpPr>
        <p:spPr>
          <a:xfrm xmlns:a="http://schemas.openxmlformats.org/drawingml/2006/main">
            <a:off x="781050" y="3048000"/>
            <a:ext cx="3276600" cy="0"/>
          </a:xfrm>
          <a:prstGeom xmlns:a="http://schemas.openxmlformats.org/drawingml/2006/main" prst="line">
            <a:avLst/>
          </a:prstGeom>
          <a:noFill xmlns:a="http://schemas.openxmlformats.org/drawingml/2006/main"/>
          <a:ln xmlns:a="http://schemas.openxmlformats.org/drawingml/2006/main" w="19050">
            <a:solidFill>
              <a:srgbClr val="2667D8"/>
            </a:solidFill>
          </a:ln>
        </p:spPr>
      </p:sp>
      <p:sp>
        <p:nvSpPr>
          <p:cNvPr id="29" name="">
            <a:extLst xmlns:a="http://schemas.openxmlformats.org/drawingml/2006/main">
              <a:ext uri="{FF2B5EF4-FFF2-40B4-BE49-F238E27FC236}">
                <a16:creationId xmlns:a16="http://schemas.microsoft.com/office/drawing/2014/main" id="{E33F7FCC-74CB-4D2C-B674-8B714B38EB2A}"/>
              </a:ext>
            </a:extLst>
          </p:cNvPr>
          <p:cNvSpPr>
            <a:spLocks xmlns:a="http://schemas.openxmlformats.org/drawingml/2006/main" noGrp="1"/>
          </p:cNvSpPr>
          <p:nvPr/>
        </p:nvSpPr>
        <p:spPr>
          <a:xfrm xmlns:a="http://schemas.openxmlformats.org/drawingml/2006/main">
            <a:off x="4171950" y="3048000"/>
            <a:ext cx="4962525" cy="0"/>
          </a:xfrm>
          <a:prstGeom xmlns:a="http://schemas.openxmlformats.org/drawingml/2006/main" prst="line">
            <a:avLst/>
          </a:prstGeom>
          <a:noFill xmlns:a="http://schemas.openxmlformats.org/drawingml/2006/main"/>
          <a:ln xmlns:a="http://schemas.openxmlformats.org/drawingml/2006/main" w="19050">
            <a:solidFill>
              <a:srgbClr val="F2994A"/>
            </a:solidFill>
          </a:ln>
        </p:spPr>
      </p:sp>
      <p:sp>
        <p:nvSpPr>
          <p:cNvPr id="30" name="">
            <a:extLst xmlns:a="http://schemas.openxmlformats.org/drawingml/2006/main">
              <a:ext uri="{FF2B5EF4-FFF2-40B4-BE49-F238E27FC236}">
                <a16:creationId xmlns:a16="http://schemas.microsoft.com/office/drawing/2014/main" id="{A64DBE80-CD3C-4BE1-81D0-C3D51152B9FB}"/>
              </a:ext>
            </a:extLst>
          </p:cNvPr>
          <p:cNvSpPr>
            <a:spLocks xmlns:a="http://schemas.openxmlformats.org/drawingml/2006/main" noGrp="1"/>
          </p:cNvSpPr>
          <p:nvPr/>
        </p:nvSpPr>
        <p:spPr>
          <a:xfrm xmlns:a="http://schemas.openxmlformats.org/drawingml/2006/main">
            <a:off x="5019675" y="3048000"/>
            <a:ext cx="7515225" cy="0"/>
          </a:xfrm>
          <a:prstGeom xmlns:a="http://schemas.openxmlformats.org/drawingml/2006/main" prst="line">
            <a:avLst/>
          </a:prstGeom>
          <a:noFill xmlns:a="http://schemas.openxmlformats.org/drawingml/2006/main"/>
          <a:ln xmlns:a="http://schemas.openxmlformats.org/drawingml/2006/main" w="19050">
            <a:solidFill>
              <a:srgbClr val="16A4C7"/>
            </a:solidFill>
          </a:ln>
        </p:spPr>
      </p:sp>
      <p:sp>
        <p:nvSpPr>
          <p:cNvPr id="31" name="">
            <a:extLst xmlns:a="http://schemas.openxmlformats.org/drawingml/2006/main">
              <a:ext uri="{FF2B5EF4-FFF2-40B4-BE49-F238E27FC236}">
                <a16:creationId xmlns:a16="http://schemas.microsoft.com/office/drawing/2014/main" id="{79840FAD-9249-47A7-99E9-5107253B4664}"/>
              </a:ext>
            </a:extLst>
          </p:cNvPr>
          <p:cNvSpPr>
            <a:spLocks xmlns:a="http://schemas.openxmlformats.org/drawingml/2006/main" noGrp="1"/>
          </p:cNvSpPr>
          <p:nvPr/>
        </p:nvSpPr>
        <p:spPr>
          <a:xfrm xmlns:a="http://schemas.openxmlformats.org/drawingml/2006/main">
            <a:off x="7562850" y="3048000"/>
            <a:ext cx="10744200" cy="0"/>
          </a:xfrm>
          <a:prstGeom xmlns:a="http://schemas.openxmlformats.org/drawingml/2006/main" prst="line">
            <a:avLst/>
          </a:prstGeom>
          <a:noFill xmlns:a="http://schemas.openxmlformats.org/drawingml/2006/main"/>
          <a:ln xmlns:a="http://schemas.openxmlformats.org/drawingml/2006/main" w="19050">
            <a:solidFill>
              <a:srgbClr val="25A36F"/>
            </a:solidFill>
          </a:ln>
        </p:spPr>
      </p:sp>
      <p:sp>
        <p:nvSpPr>
          <p:cNvPr id="32" name="">
            <a:extLst xmlns:a="http://schemas.openxmlformats.org/drawingml/2006/main">
              <a:ext uri="{FF2B5EF4-FFF2-40B4-BE49-F238E27FC236}">
                <a16:creationId xmlns:a16="http://schemas.microsoft.com/office/drawing/2014/main" id="{E59319DC-6CBA-49D2-9EEE-28F736A2A7F3}"/>
              </a:ext>
            </a:extLst>
          </p:cNvPr>
          <p:cNvSpPr>
            <a:spLocks xmlns:a="http://schemas.openxmlformats.org/drawingml/2006/main" noGrp="1"/>
          </p:cNvSpPr>
          <p:nvPr/>
        </p:nvSpPr>
        <p:spPr>
          <a:xfrm xmlns:a="http://schemas.openxmlformats.org/drawingml/2006/main">
            <a:off x="781050" y="3257550"/>
            <a:ext cx="24955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000"/>
          </a:bodyPr>
          <a:lstStyle xmlns:a="http://schemas.openxmlformats.org/drawingml/2006/main"/>
          <a:p xmlns:a="http://schemas.openxmlformats.org/drawingml/2006/main">
            <a:pPr>
              <a:defRPr sz="1500" b="1">
                <a:solidFill>
                  <a:srgbClr val="2667D8"/>
                </a:solidFill>
                <a:latin typeface="Arial"/>
                <a:ea typeface="Arial"/>
                <a:cs typeface="Arial"/>
              </a:defRPr>
            </a:pPr>
            <a:r>
              <a:rPr sz="1500" b="1">
                <a:solidFill>
                  <a:srgbClr val="2667D8"/>
                </a:solidFill>
                <a:latin typeface="Arial"/>
                <a:ea typeface="Arial"/>
                <a:cs typeface="Arial"/>
              </a:rPr>
              <a:t>1. Start code</a:t>
            </a:r>
          </a:p>
        </p:txBody>
      </p:sp>
      <p:sp>
        <p:nvSpPr>
          <p:cNvPr id="33" name="">
            <a:extLst xmlns:a="http://schemas.openxmlformats.org/drawingml/2006/main">
              <a:ext uri="{FF2B5EF4-FFF2-40B4-BE49-F238E27FC236}">
                <a16:creationId xmlns:a16="http://schemas.microsoft.com/office/drawing/2014/main" id="{D413A6B4-1ABD-42CE-8313-0B8D33ED4991}"/>
              </a:ext>
            </a:extLst>
          </p:cNvPr>
          <p:cNvSpPr>
            <a:spLocks xmlns:a="http://schemas.openxmlformats.org/drawingml/2006/main" noGrp="1"/>
          </p:cNvSpPr>
          <p:nvPr/>
        </p:nvSpPr>
        <p:spPr>
          <a:xfrm xmlns:a="http://schemas.openxmlformats.org/drawingml/2006/main">
            <a:off x="781050" y="3552825"/>
            <a:ext cx="2495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259"/>
          </a:bodyPr>
          <a:lstStyle xmlns:a="http://schemas.openxmlformats.org/drawingml/2006/main"/>
          <a:p xmlns:a="http://schemas.openxmlformats.org/drawingml/2006/main">
            <a:pPr>
              <a:defRPr sz="1350">
                <a:solidFill>
                  <a:srgbClr val="5A6780"/>
                </a:solidFill>
                <a:latin typeface="Arial"/>
                <a:ea typeface="Arial"/>
                <a:cs typeface="Arial"/>
              </a:defRPr>
            </a:pPr>
            <a:r>
              <a:rPr sz="1350">
                <a:solidFill>
                  <a:srgbClr val="5A6780"/>
                </a:solidFill>
                <a:latin typeface="Arial"/>
                <a:ea typeface="Arial"/>
                <a:cs typeface="Arial"/>
              </a:rPr>
              <a:t>00 00 00 01</a:t>
            </a:r>
          </a:p>
          <a:p xmlns:a="http://schemas.openxmlformats.org/drawingml/2006/main">
            <a:pPr>
              <a:defRPr sz="1350">
                <a:solidFill>
                  <a:srgbClr val="5A6780"/>
                </a:solidFill>
                <a:latin typeface="Arial"/>
                <a:ea typeface="Arial"/>
                <a:cs typeface="Arial"/>
              </a:defRPr>
            </a:pPr>
            <a:r>
              <a:rPr sz="1350">
                <a:solidFill>
                  <a:srgbClr val="5A6780"/>
                </a:solidFill>
                <a:latin typeface="Arial"/>
                <a:ea typeface="Arial"/>
                <a:cs typeface="Arial"/>
              </a:rPr>
              <a:t>Mốc bắt đầu NAL</a:t>
            </a:r>
          </a:p>
        </p:txBody>
      </p:sp>
      <p:sp>
        <p:nvSpPr>
          <p:cNvPr id="34" name="">
            <a:extLst xmlns:a="http://schemas.openxmlformats.org/drawingml/2006/main">
              <a:ext uri="{FF2B5EF4-FFF2-40B4-BE49-F238E27FC236}">
                <a16:creationId xmlns:a16="http://schemas.microsoft.com/office/drawing/2014/main" id="{25F7B36A-C459-46B7-869F-147FE6B1854A}"/>
              </a:ext>
            </a:extLst>
          </p:cNvPr>
          <p:cNvSpPr>
            <a:spLocks xmlns:a="http://schemas.openxmlformats.org/drawingml/2006/main" noGrp="1"/>
          </p:cNvSpPr>
          <p:nvPr/>
        </p:nvSpPr>
        <p:spPr>
          <a:xfrm xmlns:a="http://schemas.openxmlformats.org/drawingml/2006/main">
            <a:off x="3619500" y="3257550"/>
            <a:ext cx="16859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000"/>
          </a:bodyPr>
          <a:lstStyle xmlns:a="http://schemas.openxmlformats.org/drawingml/2006/main"/>
          <a:p xmlns:a="http://schemas.openxmlformats.org/drawingml/2006/main">
            <a:pPr>
              <a:defRPr sz="1500" b="1">
                <a:solidFill>
                  <a:srgbClr val="F2994A"/>
                </a:solidFill>
                <a:latin typeface="Arial"/>
                <a:ea typeface="Arial"/>
                <a:cs typeface="Arial"/>
              </a:defRPr>
            </a:pPr>
            <a:r>
              <a:rPr sz="1500" b="1">
                <a:solidFill>
                  <a:srgbClr val="F2994A"/>
                </a:solidFill>
                <a:latin typeface="Arial"/>
                <a:ea typeface="Arial"/>
                <a:cs typeface="Arial"/>
              </a:rPr>
              <a:t>2. NAL header</a:t>
            </a:r>
          </a:p>
        </p:txBody>
      </p:sp>
      <p:sp>
        <p:nvSpPr>
          <p:cNvPr id="35" name="">
            <a:extLst xmlns:a="http://schemas.openxmlformats.org/drawingml/2006/main">
              <a:ext uri="{FF2B5EF4-FFF2-40B4-BE49-F238E27FC236}">
                <a16:creationId xmlns:a16="http://schemas.microsoft.com/office/drawing/2014/main" id="{49B1D12B-A8A3-49CC-9705-89FCC22D1175}"/>
              </a:ext>
            </a:extLst>
          </p:cNvPr>
          <p:cNvSpPr>
            <a:spLocks xmlns:a="http://schemas.openxmlformats.org/drawingml/2006/main" noGrp="1"/>
          </p:cNvSpPr>
          <p:nvPr/>
        </p:nvSpPr>
        <p:spPr>
          <a:xfrm xmlns:a="http://schemas.openxmlformats.org/drawingml/2006/main">
            <a:off x="3619500" y="3552825"/>
            <a:ext cx="16859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a:solidFill>
                  <a:srgbClr val="5A6780"/>
                </a:solidFill>
                <a:latin typeface="Arial"/>
                <a:ea typeface="Arial"/>
                <a:cs typeface="Arial"/>
              </a:defRPr>
            </a:pPr>
            <a:r>
              <a:rPr sz="1350">
                <a:solidFill>
                  <a:srgbClr val="5A6780"/>
                </a:solidFill>
                <a:latin typeface="Arial"/>
                <a:ea typeface="Arial"/>
                <a:cs typeface="Arial"/>
              </a:rPr>
              <a:t>65 = IDR slice</a:t>
            </a:r>
          </a:p>
        </p:txBody>
      </p:sp>
      <p:sp>
        <p:nvSpPr>
          <p:cNvPr id="36" name="">
            <a:extLst xmlns:a="http://schemas.openxmlformats.org/drawingml/2006/main">
              <a:ext uri="{FF2B5EF4-FFF2-40B4-BE49-F238E27FC236}">
                <a16:creationId xmlns:a16="http://schemas.microsoft.com/office/drawing/2014/main" id="{FC003DB8-0100-482F-9DE1-0E7B305C6E7E}"/>
              </a:ext>
            </a:extLst>
          </p:cNvPr>
          <p:cNvSpPr>
            <a:spLocks xmlns:a="http://schemas.openxmlformats.org/drawingml/2006/main" noGrp="1"/>
          </p:cNvSpPr>
          <p:nvPr/>
        </p:nvSpPr>
        <p:spPr>
          <a:xfrm xmlns:a="http://schemas.openxmlformats.org/drawingml/2006/main">
            <a:off x="5543550" y="3257550"/>
            <a:ext cx="2057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000"/>
          </a:bodyPr>
          <a:lstStyle xmlns:a="http://schemas.openxmlformats.org/drawingml/2006/main"/>
          <a:p xmlns:a="http://schemas.openxmlformats.org/drawingml/2006/main">
            <a:pPr>
              <a:defRPr sz="1500" b="1">
                <a:solidFill>
                  <a:srgbClr val="16A4C7"/>
                </a:solidFill>
                <a:latin typeface="Arial"/>
                <a:ea typeface="Arial"/>
                <a:cs typeface="Arial"/>
              </a:defRPr>
            </a:pPr>
            <a:r>
              <a:rPr sz="1500" b="1">
                <a:solidFill>
                  <a:srgbClr val="16A4C7"/>
                </a:solidFill>
                <a:latin typeface="Arial"/>
                <a:ea typeface="Arial"/>
                <a:cs typeface="Arial"/>
              </a:rPr>
              <a:t>3. Slice header</a:t>
            </a:r>
          </a:p>
        </p:txBody>
      </p:sp>
      <p:sp>
        <p:nvSpPr>
          <p:cNvPr id="37" name="">
            <a:extLst xmlns:a="http://schemas.openxmlformats.org/drawingml/2006/main">
              <a:ext uri="{FF2B5EF4-FFF2-40B4-BE49-F238E27FC236}">
                <a16:creationId xmlns:a16="http://schemas.microsoft.com/office/drawing/2014/main" id="{3C87686A-0231-4A14-9305-F299D94F8936}"/>
              </a:ext>
            </a:extLst>
          </p:cNvPr>
          <p:cNvSpPr>
            <a:spLocks xmlns:a="http://schemas.openxmlformats.org/drawingml/2006/main" noGrp="1"/>
          </p:cNvSpPr>
          <p:nvPr/>
        </p:nvSpPr>
        <p:spPr>
          <a:xfrm xmlns:a="http://schemas.openxmlformats.org/drawingml/2006/main">
            <a:off x="5543550" y="3552825"/>
            <a:ext cx="2057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a:solidFill>
                  <a:srgbClr val="5A6780"/>
                </a:solidFill>
                <a:latin typeface="Arial"/>
                <a:ea typeface="Arial"/>
                <a:cs typeface="Arial"/>
              </a:defRPr>
            </a:pPr>
            <a:r>
              <a:rPr sz="1350">
                <a:solidFill>
                  <a:srgbClr val="5A6780"/>
                </a:solidFill>
                <a:latin typeface="Arial"/>
                <a:ea typeface="Arial"/>
                <a:cs typeface="Arial"/>
              </a:rPr>
              <a:t>Tham số để đọc slice</a:t>
            </a:r>
          </a:p>
        </p:txBody>
      </p:sp>
      <p:sp>
        <p:nvSpPr>
          <p:cNvPr id="38" name="">
            <a:extLst xmlns:a="http://schemas.openxmlformats.org/drawingml/2006/main">
              <a:ext uri="{FF2B5EF4-FFF2-40B4-BE49-F238E27FC236}">
                <a16:creationId xmlns:a16="http://schemas.microsoft.com/office/drawing/2014/main" id="{90BE1CD1-440C-471E-9089-2BFA3543E52D}"/>
              </a:ext>
            </a:extLst>
          </p:cNvPr>
          <p:cNvSpPr>
            <a:spLocks xmlns:a="http://schemas.openxmlformats.org/drawingml/2006/main" noGrp="1"/>
          </p:cNvSpPr>
          <p:nvPr/>
        </p:nvSpPr>
        <p:spPr>
          <a:xfrm xmlns:a="http://schemas.openxmlformats.org/drawingml/2006/main">
            <a:off x="7915275" y="3257550"/>
            <a:ext cx="28289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000"/>
          </a:bodyPr>
          <a:lstStyle xmlns:a="http://schemas.openxmlformats.org/drawingml/2006/main"/>
          <a:p xmlns:a="http://schemas.openxmlformats.org/drawingml/2006/main">
            <a:pPr>
              <a:defRPr sz="1500" b="1">
                <a:solidFill>
                  <a:srgbClr val="25A36F"/>
                </a:solidFill>
                <a:latin typeface="Arial"/>
                <a:ea typeface="Arial"/>
                <a:cs typeface="Arial"/>
              </a:defRPr>
            </a:pPr>
            <a:r>
              <a:rPr sz="1500" b="1">
                <a:solidFill>
                  <a:srgbClr val="25A36F"/>
                </a:solidFill>
                <a:latin typeface="Arial"/>
                <a:ea typeface="Arial"/>
                <a:cs typeface="Arial"/>
              </a:rPr>
              <a:t>4. Slice data</a:t>
            </a:r>
          </a:p>
        </p:txBody>
      </p:sp>
      <p:sp>
        <p:nvSpPr>
          <p:cNvPr id="39" name="">
            <a:extLst xmlns:a="http://schemas.openxmlformats.org/drawingml/2006/main">
              <a:ext uri="{FF2B5EF4-FFF2-40B4-BE49-F238E27FC236}">
                <a16:creationId xmlns:a16="http://schemas.microsoft.com/office/drawing/2014/main" id="{24EE66FA-C5C5-4CFB-BE13-16B204A41821}"/>
              </a:ext>
            </a:extLst>
          </p:cNvPr>
          <p:cNvSpPr>
            <a:spLocks xmlns:a="http://schemas.openxmlformats.org/drawingml/2006/main" noGrp="1"/>
          </p:cNvSpPr>
          <p:nvPr/>
        </p:nvSpPr>
        <p:spPr>
          <a:xfrm xmlns:a="http://schemas.openxmlformats.org/drawingml/2006/main">
            <a:off x="7915275" y="3552825"/>
            <a:ext cx="28289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259"/>
          </a:bodyPr>
          <a:lstStyle xmlns:a="http://schemas.openxmlformats.org/drawingml/2006/main"/>
          <a:p xmlns:a="http://schemas.openxmlformats.org/drawingml/2006/main">
            <a:pPr>
              <a:defRPr sz="1350">
                <a:solidFill>
                  <a:srgbClr val="5A6780"/>
                </a:solidFill>
                <a:latin typeface="Arial"/>
                <a:ea typeface="Arial"/>
                <a:cs typeface="Arial"/>
              </a:defRPr>
            </a:pPr>
            <a:r>
              <a:rPr sz="1350">
                <a:solidFill>
                  <a:srgbClr val="5A6780"/>
                </a:solidFill>
                <a:latin typeface="Arial"/>
                <a:ea typeface="Arial"/>
                <a:cs typeface="Arial"/>
              </a:rPr>
              <a:t>Dữ liệu residual/CAVLC</a:t>
            </a:r>
          </a:p>
          <a:p xmlns:a="http://schemas.openxmlformats.org/drawingml/2006/main">
            <a:pPr>
              <a:defRPr sz="1350">
                <a:solidFill>
                  <a:srgbClr val="5A6780"/>
                </a:solidFill>
                <a:latin typeface="Arial"/>
                <a:ea typeface="Arial"/>
                <a:cs typeface="Arial"/>
              </a:defRPr>
            </a:pPr>
            <a:r>
              <a:rPr sz="1350">
                <a:solidFill>
                  <a:srgbClr val="5A6780"/>
                </a:solidFill>
                <a:latin typeface="Arial"/>
                <a:ea typeface="Arial"/>
                <a:cs typeface="Arial"/>
              </a:rPr>
              <a:t>ở sâu bên trong</a:t>
            </a:r>
          </a:p>
        </p:txBody>
      </p:sp>
      <p:sp>
        <p:nvSpPr>
          <p:cNvPr id="40" name="">
            <a:extLst xmlns:a="http://schemas.openxmlformats.org/drawingml/2006/main">
              <a:ext uri="{FF2B5EF4-FFF2-40B4-BE49-F238E27FC236}">
                <a16:creationId xmlns:a16="http://schemas.microsoft.com/office/drawing/2014/main" id="{684E391D-E65A-4924-AE07-C4E969838587}"/>
              </a:ext>
            </a:extLst>
          </p:cNvPr>
          <p:cNvSpPr>
            <a:spLocks xmlns:a="http://schemas.openxmlformats.org/drawingml/2006/main" noGrp="1"/>
          </p:cNvSpPr>
          <p:nvPr/>
        </p:nvSpPr>
        <p:spPr>
          <a:xfrm xmlns:a="http://schemas.openxmlformats.org/drawingml/2006/main">
            <a:off x="1428750" y="4238625"/>
            <a:ext cx="9334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defRPr sz="1275" i="1">
                <a:solidFill>
                  <a:srgbClr val="63728A"/>
                </a:solidFill>
                <a:latin typeface="Arial"/>
                <a:ea typeface="Arial"/>
                <a:cs typeface="Arial"/>
              </a:defRPr>
            </a:pPr>
            <a:r>
              <a:rPr sz="1275" i="1">
                <a:solidFill>
                  <a:srgbClr val="63728A"/>
                </a:solidFill>
                <a:latin typeface="Arial"/>
                <a:ea typeface="Arial"/>
                <a:cs typeface="Arial"/>
              </a:rPr>
              <a:t>Hình 5 — Dải byte chỉ là ví dụ minh họa. Start code và header có vị trí xác định; nội dung slice khác theo từng video.</a:t>
            </a:r>
          </a:p>
        </p:txBody>
      </p:sp>
      <p:sp>
        <p:nvSpPr>
          <p:cNvPr id="41" name="">
            <a:extLst xmlns:a="http://schemas.openxmlformats.org/drawingml/2006/main">
              <a:ext uri="{FF2B5EF4-FFF2-40B4-BE49-F238E27FC236}">
                <a16:creationId xmlns:a16="http://schemas.microsoft.com/office/drawing/2014/main" id="{8C4F01DB-F2F0-4943-B419-033BD33C1C92}"/>
              </a:ext>
            </a:extLst>
          </p:cNvPr>
          <p:cNvSpPr>
            <a:spLocks xmlns:a="http://schemas.openxmlformats.org/drawingml/2006/main" noGrp="1"/>
          </p:cNvSpPr>
          <p:nvPr/>
        </p:nvSpPr>
        <p:spPr>
          <a:xfrm xmlns:a="http://schemas.openxmlformats.org/drawingml/2006/main">
            <a:off x="1428750" y="4695825"/>
            <a:ext cx="9334500" cy="828675"/>
          </a:xfrm>
          <a:prstGeom xmlns:a="http://schemas.openxmlformats.org/drawingml/2006/main" prst="roundRect">
            <a:avLst>
              <a:gd name="adj" fmla="val 9195"/>
            </a:avLst>
          </a:prstGeom>
          <a:solidFill xmlns:a="http://schemas.openxmlformats.org/drawingml/2006/main">
            <a:srgbClr val="FFF5E9"/>
          </a:solidFill>
          <a:ln xmlns:a="http://schemas.openxmlformats.org/drawingml/2006/main" w="9525">
            <a:solidFill>
              <a:srgbClr val="F7D2A5"/>
            </a:solidFill>
          </a:ln>
        </p:spPr>
      </p:sp>
      <p:sp>
        <p:nvSpPr>
          <p:cNvPr id="42" name="">
            <a:extLst xmlns:a="http://schemas.openxmlformats.org/drawingml/2006/main">
              <a:ext uri="{FF2B5EF4-FFF2-40B4-BE49-F238E27FC236}">
                <a16:creationId xmlns:a16="http://schemas.microsoft.com/office/drawing/2014/main" id="{F5AD0ABE-AA9A-4350-8928-44A04F2689C1}"/>
              </a:ext>
            </a:extLst>
          </p:cNvPr>
          <p:cNvSpPr>
            <a:spLocks xmlns:a="http://schemas.openxmlformats.org/drawingml/2006/main" noGrp="1"/>
          </p:cNvSpPr>
          <p:nvPr/>
        </p:nvSpPr>
        <p:spPr>
          <a:xfrm xmlns:a="http://schemas.openxmlformats.org/drawingml/2006/main">
            <a:off x="1781175" y="4895850"/>
            <a:ext cx="8629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667"/>
          </a:bodyPr>
          <a:lstStyle xmlns:a="http://schemas.openxmlformats.org/drawingml/2006/main"/>
          <a:p xmlns:a="http://schemas.openxmlformats.org/drawingml/2006/main">
            <a:pPr>
              <a:defRPr sz="1500" b="1">
                <a:solidFill>
                  <a:srgbClr val="875019"/>
                </a:solidFill>
                <a:latin typeface="Arial"/>
                <a:ea typeface="Arial"/>
                <a:cs typeface="Arial"/>
              </a:defRPr>
            </a:pPr>
            <a:r>
              <a:rPr sz="1500" b="1">
                <a:solidFill>
                  <a:srgbClr val="875019"/>
                </a:solidFill>
                <a:latin typeface="Arial"/>
                <a:ea typeface="Arial"/>
                <a:cs typeface="Arial"/>
              </a:rPr>
              <a:t>Native chỉ đi tiếp khi NAL là IDR I-slice thuộc nhánh CAVLC hỗ trợ. Header không phải vị trí nhúng; parser phải đi sâu vào residual để lọc T1 sign bit an toàn.</a:t>
            </a:r>
          </a:p>
        </p:txBody>
      </p:sp>
      <p:sp>
        <p:nvSpPr>
          <p:cNvPr id="43" name="">
            <a:extLst xmlns:a="http://schemas.openxmlformats.org/drawingml/2006/main">
              <a:ext uri="{FF2B5EF4-FFF2-40B4-BE49-F238E27FC236}">
                <a16:creationId xmlns:a16="http://schemas.microsoft.com/office/drawing/2014/main" id="{417208CD-F9CA-4486-BDF9-A12259A5CE0D}"/>
              </a:ext>
            </a:extLst>
          </p:cNvPr>
          <p:cNvSpPr>
            <a:spLocks xmlns:a="http://schemas.openxmlformats.org/drawingml/2006/main" noGrp="1"/>
          </p:cNvSpPr>
          <p:nvPr/>
        </p:nvSpPr>
        <p:spPr>
          <a:xfrm xmlns:a="http://schemas.openxmlformats.org/drawingml/2006/main">
            <a:off x="400050" y="6486525"/>
            <a:ext cx="3048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44" name="">
            <a:extLst xmlns:a="http://schemas.openxmlformats.org/drawingml/2006/main">
              <a:ext uri="{FF2B5EF4-FFF2-40B4-BE49-F238E27FC236}">
                <a16:creationId xmlns:a16="http://schemas.microsoft.com/office/drawing/2014/main" id="{7A1B7C1F-C491-4B1D-9058-B873A09FDB6A}"/>
              </a:ext>
            </a:extLst>
          </p:cNvPr>
          <p:cNvSpPr>
            <a:spLocks xmlns:a="http://schemas.openxmlformats.org/drawingml/2006/main" noGrp="1"/>
          </p:cNvSpPr>
          <p:nvPr/>
        </p:nvSpPr>
        <p:spPr>
          <a:xfrm xmlns:a="http://schemas.openxmlformats.org/drawingml/2006/main">
            <a:off x="11287125" y="6457950"/>
            <a:ext cx="4762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b="1">
                <a:solidFill>
                  <a:srgbClr val="8B96A8"/>
                </a:solidFill>
                <a:latin typeface="Arial"/>
                <a:ea typeface="Arial"/>
                <a:cs typeface="Arial"/>
              </a:defRPr>
            </a:pPr>
            <a:r>
              <a:rPr sz="900" b="1">
                <a:solidFill>
                  <a:srgbClr val="8B96A8"/>
                </a:solidFill>
                <a:latin typeface="Arial"/>
                <a:ea typeface="Arial"/>
                <a:cs typeface="Arial"/>
              </a:rPr>
              <a:t>05</a:t>
            </a:r>
          </a:p>
        </p:txBody>
      </p:sp>
    </p:spTree>
    <p:extLst>
      <p:ext uri="{BB962C8B-B14F-4D97-AF65-F5344CB8AC3E}">
        <p14:creationId xmlns:p14="http://schemas.microsoft.com/office/powerpoint/2010/main" val="125109569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306F662-E448-454D-B3A0-C0DC0AE3D195}"/>
              </a:ext>
            </a:extLst>
          </p:cNvPr>
          <p:cNvSpPr>
            <a:spLocks xmlns:a="http://schemas.openxmlformats.org/drawingml/2006/main" noGrp="1"/>
          </p:cNvSpPr>
          <p:nvPr/>
        </p:nvSpPr>
        <p:spPr>
          <a:xfrm xmlns:a="http://schemas.openxmlformats.org/drawingml/2006/main">
            <a:off x="419100" y="3524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0213D"/>
                </a:solidFill>
                <a:latin typeface="Arial"/>
                <a:ea typeface="Arial"/>
                <a:cs typeface="Arial"/>
              </a:defRPr>
            </a:pPr>
            <a:r>
              <a:rPr sz="2700" b="1">
                <a:solidFill>
                  <a:srgbClr val="10213D"/>
                </a:solidFill>
                <a:latin typeface="Arial"/>
                <a:ea typeface="Arial"/>
                <a:cs typeface="Arial"/>
              </a:rPr>
              <a:t>Từ video đến một coefficient</a:t>
            </a:r>
          </a:p>
        </p:txBody>
      </p:sp>
      <p:sp>
        <p:nvSpPr>
          <p:cNvPr id="2" name="">
            <a:extLst xmlns:a="http://schemas.openxmlformats.org/drawingml/2006/main">
              <a:ext uri="{FF2B5EF4-FFF2-40B4-BE49-F238E27FC236}">
                <a16:creationId xmlns:a16="http://schemas.microsoft.com/office/drawing/2014/main" id="{75F928C8-5C89-4469-B237-B0418CBA2990}"/>
              </a:ext>
            </a:extLst>
          </p:cNvPr>
          <p:cNvSpPr>
            <a:spLocks xmlns:a="http://schemas.openxmlformats.org/drawingml/2006/main" noGrp="1"/>
          </p:cNvSpPr>
          <p:nvPr/>
        </p:nvSpPr>
        <p:spPr>
          <a:xfrm xmlns:a="http://schemas.openxmlformats.org/drawingml/2006/main">
            <a:off x="438150" y="933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625"/>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Không phải sơ đồ dữ liệu. Đây là quá trình phóng to dần vào một vùng nhỏ của video.</a:t>
            </a:r>
          </a:p>
        </p:txBody>
      </p:sp>
      <p:sp>
        <p:nvSpPr>
          <p:cNvPr id="3" name="">
            <a:extLst xmlns:a="http://schemas.openxmlformats.org/drawingml/2006/main">
              <a:ext uri="{FF2B5EF4-FFF2-40B4-BE49-F238E27FC236}">
                <a16:creationId xmlns:a16="http://schemas.microsoft.com/office/drawing/2014/main" id="{7C5024D0-D966-42D0-B175-EEA02C800FC6}"/>
              </a:ext>
            </a:extLst>
          </p:cNvPr>
          <p:cNvSpPr>
            <a:spLocks xmlns:a="http://schemas.openxmlformats.org/drawingml/2006/main" noGrp="1"/>
          </p:cNvSpPr>
          <p:nvPr/>
        </p:nvSpPr>
        <p:spPr>
          <a:xfrm xmlns:a="http://schemas.openxmlformats.org/drawingml/2006/main">
            <a:off x="419100" y="1304925"/>
            <a:ext cx="11353800" cy="0"/>
          </a:xfrm>
          <a:prstGeom xmlns:a="http://schemas.openxmlformats.org/drawingml/2006/main" prst="line">
            <a:avLst/>
          </a:prstGeom>
          <a:noFill xmlns:a="http://schemas.openxmlformats.org/drawingml/2006/main"/>
          <a:ln xmlns:a="http://schemas.openxmlformats.org/drawingml/2006/main" w="9525">
            <a:solidFill>
              <a:srgbClr val="D6DFEB"/>
            </a:solidFill>
          </a:ln>
        </p:spPr>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7118008fd4de4849"/>
          <a:stretch xmlns:a="http://schemas.openxmlformats.org/drawingml/2006/main"/>
        </p:blipFill>
        <p:spPr>
          <a:xfrm xmlns:a="http://schemas.openxmlformats.org/drawingml/2006/main">
            <a:off x="2829603" y="1676400"/>
            <a:ext cx="6532794" cy="36766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A1A4744-FA54-4164-BD37-D775C7FC4D3C}"/>
              </a:ext>
            </a:extLst>
          </p:cNvPr>
          <p:cNvSpPr>
            <a:spLocks xmlns:a="http://schemas.openxmlformats.org/drawingml/2006/main" noGrp="1"/>
          </p:cNvSpPr>
          <p:nvPr/>
        </p:nvSpPr>
        <p:spPr>
          <a:xfrm xmlns:a="http://schemas.openxmlformats.org/drawingml/2006/main">
            <a:off x="1114425" y="5562600"/>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4545"/>
          </a:bodyPr>
          <a:lstStyle xmlns:a="http://schemas.openxmlformats.org/drawingml/2006/main"/>
          <a:p xmlns:a="http://schemas.openxmlformats.org/drawingml/2006/main">
            <a:pPr>
              <a:defRPr sz="1650" b="1">
                <a:solidFill>
                  <a:srgbClr val="2667D8"/>
                </a:solidFill>
                <a:latin typeface="Arial"/>
                <a:ea typeface="Arial"/>
                <a:cs typeface="Arial"/>
              </a:defRPr>
            </a:pPr>
            <a:r>
              <a:rPr sz="1650" b="1">
                <a:solidFill>
                  <a:srgbClr val="2667D8"/>
                </a:solidFill>
                <a:latin typeface="Arial"/>
                <a:ea typeface="Arial"/>
                <a:cs typeface="Arial"/>
              </a:rPr>
              <a:t>Video frames</a:t>
            </a:r>
          </a:p>
        </p:txBody>
      </p:sp>
      <p:sp>
        <p:nvSpPr>
          <p:cNvPr id="6" name="">
            <a:extLst xmlns:a="http://schemas.openxmlformats.org/drawingml/2006/main">
              <a:ext uri="{FF2B5EF4-FFF2-40B4-BE49-F238E27FC236}">
                <a16:creationId xmlns:a16="http://schemas.microsoft.com/office/drawing/2014/main" id="{C6713FF3-C863-4A3A-BDAB-FCD41BF94F4C}"/>
              </a:ext>
            </a:extLst>
          </p:cNvPr>
          <p:cNvSpPr>
            <a:spLocks xmlns:a="http://schemas.openxmlformats.org/drawingml/2006/main" noGrp="1"/>
          </p:cNvSpPr>
          <p:nvPr/>
        </p:nvSpPr>
        <p:spPr>
          <a:xfrm xmlns:a="http://schemas.openxmlformats.org/drawingml/2006/main">
            <a:off x="4267200" y="556260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4545"/>
          </a:bodyPr>
          <a:lstStyle xmlns:a="http://schemas.openxmlformats.org/drawingml/2006/main"/>
          <a:p xmlns:a="http://schemas.openxmlformats.org/drawingml/2006/main">
            <a:pPr>
              <a:defRPr sz="1650" b="1">
                <a:solidFill>
                  <a:srgbClr val="16A4C7"/>
                </a:solidFill>
                <a:latin typeface="Arial"/>
                <a:ea typeface="Arial"/>
                <a:cs typeface="Arial"/>
              </a:defRPr>
            </a:pPr>
            <a:r>
              <a:rPr sz="1650" b="1">
                <a:solidFill>
                  <a:srgbClr val="16A4C7"/>
                </a:solidFill>
                <a:latin typeface="Arial"/>
                <a:ea typeface="Arial"/>
                <a:cs typeface="Arial"/>
              </a:rPr>
              <a:t>Một frame IDR</a:t>
            </a:r>
          </a:p>
        </p:txBody>
      </p:sp>
      <p:sp>
        <p:nvSpPr>
          <p:cNvPr id="7" name="">
            <a:extLst xmlns:a="http://schemas.openxmlformats.org/drawingml/2006/main">
              <a:ext uri="{FF2B5EF4-FFF2-40B4-BE49-F238E27FC236}">
                <a16:creationId xmlns:a16="http://schemas.microsoft.com/office/drawing/2014/main" id="{8B0AB3BE-F458-481A-BB57-C00D575512FB}"/>
              </a:ext>
            </a:extLst>
          </p:cNvPr>
          <p:cNvSpPr>
            <a:spLocks xmlns:a="http://schemas.openxmlformats.org/drawingml/2006/main" noGrp="1"/>
          </p:cNvSpPr>
          <p:nvPr/>
        </p:nvSpPr>
        <p:spPr>
          <a:xfrm xmlns:a="http://schemas.openxmlformats.org/drawingml/2006/main">
            <a:off x="7467600" y="5562600"/>
            <a:ext cx="2143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4545"/>
          </a:bodyPr>
          <a:lstStyle xmlns:a="http://schemas.openxmlformats.org/drawingml/2006/main"/>
          <a:p xmlns:a="http://schemas.openxmlformats.org/drawingml/2006/main">
            <a:pPr>
              <a:defRPr sz="1650" b="1">
                <a:solidFill>
                  <a:srgbClr val="F2994A"/>
                </a:solidFill>
                <a:latin typeface="Arial"/>
                <a:ea typeface="Arial"/>
                <a:cs typeface="Arial"/>
              </a:defRPr>
            </a:pPr>
            <a:r>
              <a:rPr sz="1650" b="1">
                <a:solidFill>
                  <a:srgbClr val="F2994A"/>
                </a:solidFill>
                <a:latin typeface="Arial"/>
                <a:ea typeface="Arial"/>
                <a:cs typeface="Arial"/>
              </a:rPr>
              <a:t>Macroblock 16×16</a:t>
            </a:r>
          </a:p>
        </p:txBody>
      </p:sp>
      <p:sp>
        <p:nvSpPr>
          <p:cNvPr id="8" name="">
            <a:extLst xmlns:a="http://schemas.openxmlformats.org/drawingml/2006/main">
              <a:ext uri="{FF2B5EF4-FFF2-40B4-BE49-F238E27FC236}">
                <a16:creationId xmlns:a16="http://schemas.microsoft.com/office/drawing/2014/main" id="{3DEDAB8D-9CD1-4E6A-942B-16EB24E4E317}"/>
              </a:ext>
            </a:extLst>
          </p:cNvPr>
          <p:cNvSpPr>
            <a:spLocks xmlns:a="http://schemas.openxmlformats.org/drawingml/2006/main" noGrp="1"/>
          </p:cNvSpPr>
          <p:nvPr/>
        </p:nvSpPr>
        <p:spPr>
          <a:xfrm xmlns:a="http://schemas.openxmlformats.org/drawingml/2006/main">
            <a:off x="10058400" y="5562600"/>
            <a:ext cx="1666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4545"/>
          </a:bodyPr>
          <a:lstStyle xmlns:a="http://schemas.openxmlformats.org/drawingml/2006/main"/>
          <a:p xmlns:a="http://schemas.openxmlformats.org/drawingml/2006/main">
            <a:pPr>
              <a:defRPr sz="1650" b="1">
                <a:solidFill>
                  <a:srgbClr val="7555D9"/>
                </a:solidFill>
                <a:latin typeface="Arial"/>
                <a:ea typeface="Arial"/>
                <a:cs typeface="Arial"/>
              </a:defRPr>
            </a:pPr>
            <a:r>
              <a:rPr sz="1650" b="1">
                <a:solidFill>
                  <a:srgbClr val="7555D9"/>
                </a:solidFill>
                <a:latin typeface="Arial"/>
                <a:ea typeface="Arial"/>
                <a:cs typeface="Arial"/>
              </a:rPr>
              <a:t>Residual 4×4</a:t>
            </a:r>
          </a:p>
        </p:txBody>
      </p:sp>
      <p:sp>
        <p:nvSpPr>
          <p:cNvPr id="9" name="">
            <a:extLst xmlns:a="http://schemas.openxmlformats.org/drawingml/2006/main">
              <a:ext uri="{FF2B5EF4-FFF2-40B4-BE49-F238E27FC236}">
                <a16:creationId xmlns:a16="http://schemas.microsoft.com/office/drawing/2014/main" id="{9C6F42BA-60B4-4157-8438-24EEF2B5D5B2}"/>
              </a:ext>
            </a:extLst>
          </p:cNvPr>
          <p:cNvSpPr>
            <a:spLocks xmlns:a="http://schemas.openxmlformats.org/drawingml/2006/main" noGrp="1"/>
          </p:cNvSpPr>
          <p:nvPr/>
        </p:nvSpPr>
        <p:spPr>
          <a:xfrm xmlns:a="http://schemas.openxmlformats.org/drawingml/2006/main">
            <a:off x="1524000" y="5819775"/>
            <a:ext cx="914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defRPr sz="1275" i="1">
                <a:solidFill>
                  <a:srgbClr val="63728A"/>
                </a:solidFill>
                <a:latin typeface="Arial"/>
                <a:ea typeface="Arial"/>
                <a:cs typeface="Arial"/>
              </a:defRPr>
            </a:pPr>
            <a:r>
              <a:rPr sz="1275" i="1">
                <a:solidFill>
                  <a:srgbClr val="63728A"/>
                </a:solidFill>
                <a:latin typeface="Arial"/>
                <a:ea typeface="Arial"/>
                <a:cs typeface="Arial"/>
              </a:rPr>
              <a:t>Hình 6 — Phóng to từ frame IDR đến block residual 4×4, nơi native chọn coefficient đủ điều kiện.</a:t>
            </a:r>
          </a:p>
        </p:txBody>
      </p:sp>
      <p:sp>
        <p:nvSpPr>
          <p:cNvPr id="10" name="">
            <a:extLst xmlns:a="http://schemas.openxmlformats.org/drawingml/2006/main">
              <a:ext uri="{FF2B5EF4-FFF2-40B4-BE49-F238E27FC236}">
                <a16:creationId xmlns:a16="http://schemas.microsoft.com/office/drawing/2014/main" id="{ADAE8294-3186-4C8F-84AA-B166766C4FBD}"/>
              </a:ext>
            </a:extLst>
          </p:cNvPr>
          <p:cNvSpPr>
            <a:spLocks xmlns:a="http://schemas.openxmlformats.org/drawingml/2006/main" noGrp="1"/>
          </p:cNvSpPr>
          <p:nvPr/>
        </p:nvSpPr>
        <p:spPr>
          <a:xfrm xmlns:a="http://schemas.openxmlformats.org/drawingml/2006/main">
            <a:off x="1524000" y="6067425"/>
            <a:ext cx="914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1667"/>
          </a:bodyPr>
          <a:lstStyle xmlns:a="http://schemas.openxmlformats.org/drawingml/2006/main"/>
          <a:p xmlns:a="http://schemas.openxmlformats.org/drawingml/2006/main">
            <a:pPr>
              <a:defRPr sz="1500">
                <a:solidFill>
                  <a:srgbClr val="5A6780"/>
                </a:solidFill>
                <a:latin typeface="Arial"/>
                <a:ea typeface="Arial"/>
                <a:cs typeface="Arial"/>
              </a:defRPr>
            </a:pPr>
            <a:r>
              <a:rPr sz="1500">
                <a:solidFill>
                  <a:srgbClr val="5A6780"/>
                </a:solidFill>
                <a:latin typeface="Arial"/>
                <a:ea typeface="Arial"/>
                <a:cs typeface="Arial"/>
              </a:rPr>
              <a:t>Native không sửa pixel đang hiển thị trên màn hình.</a:t>
            </a:r>
          </a:p>
        </p:txBody>
      </p:sp>
      <p:sp>
        <p:nvSpPr>
          <p:cNvPr id="11" name="">
            <a:extLst xmlns:a="http://schemas.openxmlformats.org/drawingml/2006/main">
              <a:ext uri="{FF2B5EF4-FFF2-40B4-BE49-F238E27FC236}">
                <a16:creationId xmlns:a16="http://schemas.microsoft.com/office/drawing/2014/main" id="{26A00771-D871-4D2D-97EB-08037B713E30}"/>
              </a:ext>
            </a:extLst>
          </p:cNvPr>
          <p:cNvSpPr>
            <a:spLocks xmlns:a="http://schemas.openxmlformats.org/drawingml/2006/main" noGrp="1"/>
          </p:cNvSpPr>
          <p:nvPr/>
        </p:nvSpPr>
        <p:spPr>
          <a:xfrm xmlns:a="http://schemas.openxmlformats.org/drawingml/2006/main">
            <a:off x="400050" y="6486525"/>
            <a:ext cx="3048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12" name="">
            <a:extLst xmlns:a="http://schemas.openxmlformats.org/drawingml/2006/main">
              <a:ext uri="{FF2B5EF4-FFF2-40B4-BE49-F238E27FC236}">
                <a16:creationId xmlns:a16="http://schemas.microsoft.com/office/drawing/2014/main" id="{84E564F9-5034-4C37-9192-D1C745DF37DA}"/>
              </a:ext>
            </a:extLst>
          </p:cNvPr>
          <p:cNvSpPr>
            <a:spLocks xmlns:a="http://schemas.openxmlformats.org/drawingml/2006/main" noGrp="1"/>
          </p:cNvSpPr>
          <p:nvPr/>
        </p:nvSpPr>
        <p:spPr>
          <a:xfrm xmlns:a="http://schemas.openxmlformats.org/drawingml/2006/main">
            <a:off x="11287125" y="6457950"/>
            <a:ext cx="4762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b="1">
                <a:solidFill>
                  <a:srgbClr val="8B96A8"/>
                </a:solidFill>
                <a:latin typeface="Arial"/>
                <a:ea typeface="Arial"/>
                <a:cs typeface="Arial"/>
              </a:defRPr>
            </a:pPr>
            <a:r>
              <a:rPr sz="900" b="1">
                <a:solidFill>
                  <a:srgbClr val="8B96A8"/>
                </a:solidFill>
                <a:latin typeface="Arial"/>
                <a:ea typeface="Arial"/>
                <a:cs typeface="Arial"/>
              </a:rPr>
              <a:t>06</a:t>
            </a:r>
          </a:p>
        </p:txBody>
      </p:sp>
    </p:spTree>
    <p:extLst>
      <p:ext uri="{BB962C8B-B14F-4D97-AF65-F5344CB8AC3E}">
        <p14:creationId xmlns:p14="http://schemas.microsoft.com/office/powerpoint/2010/main" val="168532084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F613D2A-E2C7-47A7-96E4-6317028CDADE}"/>
              </a:ext>
            </a:extLst>
          </p:cNvPr>
          <p:cNvSpPr>
            <a:spLocks xmlns:a="http://schemas.openxmlformats.org/drawingml/2006/main" noGrp="1"/>
          </p:cNvSpPr>
          <p:nvPr/>
        </p:nvSpPr>
        <p:spPr>
          <a:xfrm xmlns:a="http://schemas.openxmlformats.org/drawingml/2006/main">
            <a:off x="419100" y="3524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0213D"/>
                </a:solidFill>
                <a:latin typeface="Arial"/>
                <a:ea typeface="Arial"/>
                <a:cs typeface="Arial"/>
              </a:defRPr>
            </a:pPr>
            <a:r>
              <a:rPr sz="2700" b="1">
                <a:solidFill>
                  <a:srgbClr val="10213D"/>
                </a:solidFill>
                <a:latin typeface="Arial"/>
                <a:ea typeface="Arial"/>
                <a:cs typeface="Arial"/>
              </a:rPr>
              <a:t>Trong một frame, Native tìm macroblock</a:t>
            </a:r>
          </a:p>
        </p:txBody>
      </p:sp>
      <p:sp>
        <p:nvSpPr>
          <p:cNvPr id="2" name="">
            <a:extLst xmlns:a="http://schemas.openxmlformats.org/drawingml/2006/main">
              <a:ext uri="{FF2B5EF4-FFF2-40B4-BE49-F238E27FC236}">
                <a16:creationId xmlns:a16="http://schemas.microsoft.com/office/drawing/2014/main" id="{3BE1B774-9030-4FCD-8D21-A5270B3F260E}"/>
              </a:ext>
            </a:extLst>
          </p:cNvPr>
          <p:cNvSpPr>
            <a:spLocks xmlns:a="http://schemas.openxmlformats.org/drawingml/2006/main" noGrp="1"/>
          </p:cNvSpPr>
          <p:nvPr/>
        </p:nvSpPr>
        <p:spPr>
          <a:xfrm xmlns:a="http://schemas.openxmlformats.org/drawingml/2006/main">
            <a:off x="438150" y="933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625"/>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Frame IDR được chia thành macroblock 16×16. Mỗi macroblock đi qua intra prediction, residual, transform và CAVLC.</a:t>
            </a:r>
          </a:p>
        </p:txBody>
      </p:sp>
      <p:sp>
        <p:nvSpPr>
          <p:cNvPr id="3" name="">
            <a:extLst xmlns:a="http://schemas.openxmlformats.org/drawingml/2006/main">
              <a:ext uri="{FF2B5EF4-FFF2-40B4-BE49-F238E27FC236}">
                <a16:creationId xmlns:a16="http://schemas.microsoft.com/office/drawing/2014/main" id="{BA0C1EDE-AECB-4E28-B86F-A012304102B5}"/>
              </a:ext>
            </a:extLst>
          </p:cNvPr>
          <p:cNvSpPr>
            <a:spLocks xmlns:a="http://schemas.openxmlformats.org/drawingml/2006/main" noGrp="1"/>
          </p:cNvSpPr>
          <p:nvPr/>
        </p:nvSpPr>
        <p:spPr>
          <a:xfrm xmlns:a="http://schemas.openxmlformats.org/drawingml/2006/main">
            <a:off x="419100" y="1304925"/>
            <a:ext cx="11353800" cy="0"/>
          </a:xfrm>
          <a:prstGeom xmlns:a="http://schemas.openxmlformats.org/drawingml/2006/main" prst="line">
            <a:avLst/>
          </a:prstGeom>
          <a:noFill xmlns:a="http://schemas.openxmlformats.org/drawingml/2006/main"/>
          <a:ln xmlns:a="http://schemas.openxmlformats.org/drawingml/2006/main" w="9525">
            <a:solidFill>
              <a:srgbClr val="D6DFEB"/>
            </a:solidFill>
          </a:ln>
        </p:spPr>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76bb85995ec8481e"/>
          <a:stretch xmlns:a="http://schemas.openxmlformats.org/drawingml/2006/main"/>
        </p:blipFill>
        <p:spPr>
          <a:xfrm xmlns:a="http://schemas.openxmlformats.org/drawingml/2006/main">
            <a:off x="2795755" y="1666875"/>
            <a:ext cx="6600491" cy="3714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61D4E23-91F5-4890-A252-771A54A136F6}"/>
              </a:ext>
            </a:extLst>
          </p:cNvPr>
          <p:cNvSpPr>
            <a:spLocks xmlns:a="http://schemas.openxmlformats.org/drawingml/2006/main" noGrp="1"/>
          </p:cNvSpPr>
          <p:nvPr/>
        </p:nvSpPr>
        <p:spPr>
          <a:xfrm xmlns:a="http://schemas.openxmlformats.org/drawingml/2006/main">
            <a:off x="1047750" y="5505450"/>
            <a:ext cx="1666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333"/>
          </a:bodyPr>
          <a:lstStyle xmlns:a="http://schemas.openxmlformats.org/drawingml/2006/main"/>
          <a:p xmlns:a="http://schemas.openxmlformats.org/drawingml/2006/main">
            <a:pPr>
              <a:defRPr sz="1650" b="1">
                <a:solidFill>
                  <a:srgbClr val="2667D8"/>
                </a:solidFill>
                <a:latin typeface="Arial"/>
                <a:ea typeface="Arial"/>
                <a:cs typeface="Arial"/>
              </a:defRPr>
            </a:pPr>
            <a:r>
              <a:rPr sz="1650" b="1">
                <a:solidFill>
                  <a:srgbClr val="2667D8"/>
                </a:solidFill>
                <a:latin typeface="Arial"/>
                <a:ea typeface="Arial"/>
                <a:cs typeface="Arial"/>
              </a:rPr>
              <a:t>Frame IDR</a:t>
            </a:r>
          </a:p>
        </p:txBody>
      </p:sp>
      <p:sp>
        <p:nvSpPr>
          <p:cNvPr id="6" name="">
            <a:extLst xmlns:a="http://schemas.openxmlformats.org/drawingml/2006/main">
              <a:ext uri="{FF2B5EF4-FFF2-40B4-BE49-F238E27FC236}">
                <a16:creationId xmlns:a16="http://schemas.microsoft.com/office/drawing/2014/main" id="{CB2A46F4-6717-49C4-A527-C4A6071B69AB}"/>
              </a:ext>
            </a:extLst>
          </p:cNvPr>
          <p:cNvSpPr>
            <a:spLocks xmlns:a="http://schemas.openxmlformats.org/drawingml/2006/main" noGrp="1"/>
          </p:cNvSpPr>
          <p:nvPr/>
        </p:nvSpPr>
        <p:spPr>
          <a:xfrm xmlns:a="http://schemas.openxmlformats.org/drawingml/2006/main">
            <a:off x="3743325" y="5505450"/>
            <a:ext cx="2428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333"/>
          </a:bodyPr>
          <a:lstStyle xmlns:a="http://schemas.openxmlformats.org/drawingml/2006/main"/>
          <a:p xmlns:a="http://schemas.openxmlformats.org/drawingml/2006/main">
            <a:pPr>
              <a:defRPr sz="1650" b="1">
                <a:solidFill>
                  <a:srgbClr val="F2994A"/>
                </a:solidFill>
                <a:latin typeface="Arial"/>
                <a:ea typeface="Arial"/>
                <a:cs typeface="Arial"/>
              </a:defRPr>
            </a:pPr>
            <a:r>
              <a:rPr sz="1650" b="1">
                <a:solidFill>
                  <a:srgbClr val="F2994A"/>
                </a:solidFill>
                <a:latin typeface="Arial"/>
                <a:ea typeface="Arial"/>
                <a:cs typeface="Arial"/>
              </a:rPr>
              <a:t>Macroblock 16×16</a:t>
            </a:r>
          </a:p>
        </p:txBody>
      </p:sp>
      <p:sp>
        <p:nvSpPr>
          <p:cNvPr id="7" name="">
            <a:extLst xmlns:a="http://schemas.openxmlformats.org/drawingml/2006/main">
              <a:ext uri="{FF2B5EF4-FFF2-40B4-BE49-F238E27FC236}">
                <a16:creationId xmlns:a16="http://schemas.microsoft.com/office/drawing/2014/main" id="{9B4A3B0B-6020-4464-8443-B15440831831}"/>
              </a:ext>
            </a:extLst>
          </p:cNvPr>
          <p:cNvSpPr>
            <a:spLocks xmlns:a="http://schemas.openxmlformats.org/drawingml/2006/main" noGrp="1"/>
          </p:cNvSpPr>
          <p:nvPr/>
        </p:nvSpPr>
        <p:spPr>
          <a:xfrm xmlns:a="http://schemas.openxmlformats.org/drawingml/2006/main">
            <a:off x="6734175" y="5505450"/>
            <a:ext cx="190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333"/>
          </a:bodyPr>
          <a:lstStyle xmlns:a="http://schemas.openxmlformats.org/drawingml/2006/main"/>
          <a:p xmlns:a="http://schemas.openxmlformats.org/drawingml/2006/main">
            <a:pPr>
              <a:defRPr sz="1650" b="1">
                <a:solidFill>
                  <a:srgbClr val="7555D9"/>
                </a:solidFill>
                <a:latin typeface="Arial"/>
                <a:ea typeface="Arial"/>
                <a:cs typeface="Arial"/>
              </a:defRPr>
            </a:pPr>
            <a:r>
              <a:rPr sz="1650" b="1">
                <a:solidFill>
                  <a:srgbClr val="7555D9"/>
                </a:solidFill>
                <a:latin typeface="Arial"/>
                <a:ea typeface="Arial"/>
                <a:cs typeface="Arial"/>
              </a:rPr>
              <a:t>Residual 4×4</a:t>
            </a:r>
          </a:p>
        </p:txBody>
      </p:sp>
      <p:sp>
        <p:nvSpPr>
          <p:cNvPr id="8" name="">
            <a:extLst xmlns:a="http://schemas.openxmlformats.org/drawingml/2006/main">
              <a:ext uri="{FF2B5EF4-FFF2-40B4-BE49-F238E27FC236}">
                <a16:creationId xmlns:a16="http://schemas.microsoft.com/office/drawing/2014/main" id="{1D38B227-A3D8-4551-AB86-D8406588B50E}"/>
              </a:ext>
            </a:extLst>
          </p:cNvPr>
          <p:cNvSpPr>
            <a:spLocks xmlns:a="http://schemas.openxmlformats.org/drawingml/2006/main" noGrp="1"/>
          </p:cNvSpPr>
          <p:nvPr/>
        </p:nvSpPr>
        <p:spPr>
          <a:xfrm xmlns:a="http://schemas.openxmlformats.org/drawingml/2006/main">
            <a:off x="9191625" y="5505450"/>
            <a:ext cx="190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333"/>
          </a:bodyPr>
          <a:lstStyle xmlns:a="http://schemas.openxmlformats.org/drawingml/2006/main"/>
          <a:p xmlns:a="http://schemas.openxmlformats.org/drawingml/2006/main">
            <a:pPr>
              <a:defRPr sz="1650" b="1">
                <a:solidFill>
                  <a:srgbClr val="16A4C7"/>
                </a:solidFill>
                <a:latin typeface="Arial"/>
                <a:ea typeface="Arial"/>
                <a:cs typeface="Arial"/>
              </a:defRPr>
            </a:pPr>
            <a:r>
              <a:rPr sz="1650" b="1">
                <a:solidFill>
                  <a:srgbClr val="16A4C7"/>
                </a:solidFill>
                <a:latin typeface="Arial"/>
                <a:ea typeface="Arial"/>
                <a:cs typeface="Arial"/>
              </a:rPr>
              <a:t>CAVLC stream</a:t>
            </a:r>
          </a:p>
        </p:txBody>
      </p:sp>
      <p:sp>
        <p:nvSpPr>
          <p:cNvPr id="9" name="">
            <a:extLst xmlns:a="http://schemas.openxmlformats.org/drawingml/2006/main">
              <a:ext uri="{FF2B5EF4-FFF2-40B4-BE49-F238E27FC236}">
                <a16:creationId xmlns:a16="http://schemas.microsoft.com/office/drawing/2014/main" id="{6AD48F11-71C7-421D-9A66-214ACAB8BC10}"/>
              </a:ext>
            </a:extLst>
          </p:cNvPr>
          <p:cNvSpPr>
            <a:spLocks xmlns:a="http://schemas.openxmlformats.org/drawingml/2006/main" noGrp="1"/>
          </p:cNvSpPr>
          <p:nvPr/>
        </p:nvSpPr>
        <p:spPr>
          <a:xfrm xmlns:a="http://schemas.openxmlformats.org/drawingml/2006/main">
            <a:off x="1333500" y="5781675"/>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defRPr sz="1275" i="1">
                <a:solidFill>
                  <a:srgbClr val="63728A"/>
                </a:solidFill>
                <a:latin typeface="Arial"/>
                <a:ea typeface="Arial"/>
                <a:cs typeface="Arial"/>
              </a:defRPr>
            </a:pPr>
            <a:r>
              <a:rPr sz="1275" i="1">
                <a:solidFill>
                  <a:srgbClr val="63728A"/>
                </a:solidFill>
                <a:latin typeface="Arial"/>
                <a:ea typeface="Arial"/>
                <a:cs typeface="Arial"/>
              </a:rPr>
              <a:t>Hình 7 — Trong frame, native đi từ macroblock đến residual 4×4 rồi mới xử lý CAVLC.</a:t>
            </a:r>
          </a:p>
        </p:txBody>
      </p:sp>
      <p:sp>
        <p:nvSpPr>
          <p:cNvPr id="10" name="">
            <a:extLst xmlns:a="http://schemas.openxmlformats.org/drawingml/2006/main">
              <a:ext uri="{FF2B5EF4-FFF2-40B4-BE49-F238E27FC236}">
                <a16:creationId xmlns:a16="http://schemas.microsoft.com/office/drawing/2014/main" id="{E048A751-7686-4996-B2F4-7203E518C68A}"/>
              </a:ext>
            </a:extLst>
          </p:cNvPr>
          <p:cNvSpPr>
            <a:spLocks xmlns:a="http://schemas.openxmlformats.org/drawingml/2006/main" noGrp="1"/>
          </p:cNvSpPr>
          <p:nvPr/>
        </p:nvSpPr>
        <p:spPr>
          <a:xfrm xmlns:a="http://schemas.openxmlformats.org/drawingml/2006/main">
            <a:off x="1333500" y="60483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1667"/>
          </a:bodyPr>
          <a:lstStyle xmlns:a="http://schemas.openxmlformats.org/drawingml/2006/main"/>
          <a:p xmlns:a="http://schemas.openxmlformats.org/drawingml/2006/main">
            <a:pPr>
              <a:defRPr sz="1500">
                <a:solidFill>
                  <a:srgbClr val="5A6780"/>
                </a:solidFill>
                <a:latin typeface="Arial"/>
                <a:ea typeface="Arial"/>
                <a:cs typeface="Arial"/>
              </a:defRPr>
            </a:pPr>
            <a:r>
              <a:rPr sz="1500">
                <a:solidFill>
                  <a:srgbClr val="5A6780"/>
                </a:solidFill>
                <a:latin typeface="Arial"/>
                <a:ea typeface="Arial"/>
                <a:cs typeface="Arial"/>
              </a:rPr>
              <a:t>Mắt người thấy frame, còn native chỉ chọn một vị trí coefficient nhỏ để nhúng payload.</a:t>
            </a:r>
          </a:p>
        </p:txBody>
      </p:sp>
      <p:sp>
        <p:nvSpPr>
          <p:cNvPr id="11" name="">
            <a:extLst xmlns:a="http://schemas.openxmlformats.org/drawingml/2006/main">
              <a:ext uri="{FF2B5EF4-FFF2-40B4-BE49-F238E27FC236}">
                <a16:creationId xmlns:a16="http://schemas.microsoft.com/office/drawing/2014/main" id="{EBC849F1-D9AE-4092-AD7E-7F281EA0072C}"/>
              </a:ext>
            </a:extLst>
          </p:cNvPr>
          <p:cNvSpPr>
            <a:spLocks xmlns:a="http://schemas.openxmlformats.org/drawingml/2006/main" noGrp="1"/>
          </p:cNvSpPr>
          <p:nvPr/>
        </p:nvSpPr>
        <p:spPr>
          <a:xfrm xmlns:a="http://schemas.openxmlformats.org/drawingml/2006/main">
            <a:off x="400050" y="6486525"/>
            <a:ext cx="3048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12" name="">
            <a:extLst xmlns:a="http://schemas.openxmlformats.org/drawingml/2006/main">
              <a:ext uri="{FF2B5EF4-FFF2-40B4-BE49-F238E27FC236}">
                <a16:creationId xmlns:a16="http://schemas.microsoft.com/office/drawing/2014/main" id="{EF359F53-6546-4377-8B6E-EAD83D8BEFF3}"/>
              </a:ext>
            </a:extLst>
          </p:cNvPr>
          <p:cNvSpPr>
            <a:spLocks xmlns:a="http://schemas.openxmlformats.org/drawingml/2006/main" noGrp="1"/>
          </p:cNvSpPr>
          <p:nvPr/>
        </p:nvSpPr>
        <p:spPr>
          <a:xfrm xmlns:a="http://schemas.openxmlformats.org/drawingml/2006/main">
            <a:off x="11287125" y="6457950"/>
            <a:ext cx="4762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b="1">
                <a:solidFill>
                  <a:srgbClr val="8B96A8"/>
                </a:solidFill>
                <a:latin typeface="Arial"/>
                <a:ea typeface="Arial"/>
                <a:cs typeface="Arial"/>
              </a:defRPr>
            </a:pPr>
            <a:r>
              <a:rPr sz="900" b="1">
                <a:solidFill>
                  <a:srgbClr val="8B96A8"/>
                </a:solidFill>
                <a:latin typeface="Arial"/>
                <a:ea typeface="Arial"/>
                <a:cs typeface="Arial"/>
              </a:rPr>
              <a:t>07</a:t>
            </a:r>
          </a:p>
        </p:txBody>
      </p:sp>
    </p:spTree>
    <p:extLst>
      <p:ext uri="{BB962C8B-B14F-4D97-AF65-F5344CB8AC3E}">
        <p14:creationId xmlns:p14="http://schemas.microsoft.com/office/powerpoint/2010/main" val="156971850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E510C2F-7B6B-403D-BC74-89C2A67A0A2A}"/>
              </a:ext>
            </a:extLst>
          </p:cNvPr>
          <p:cNvSpPr>
            <a:spLocks xmlns:a="http://schemas.openxmlformats.org/drawingml/2006/main" noGrp="1"/>
          </p:cNvSpPr>
          <p:nvPr/>
        </p:nvSpPr>
        <p:spPr>
          <a:xfrm xmlns:a="http://schemas.openxmlformats.org/drawingml/2006/main">
            <a:off x="419100" y="3524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0213D"/>
                </a:solidFill>
                <a:latin typeface="Arial"/>
                <a:ea typeface="Arial"/>
                <a:cs typeface="Arial"/>
              </a:defRPr>
            </a:pPr>
            <a:r>
              <a:rPr sz="2700" b="1">
                <a:solidFill>
                  <a:srgbClr val="10213D"/>
                </a:solidFill>
                <a:latin typeface="Arial"/>
                <a:ea typeface="Arial"/>
                <a:cs typeface="Arial"/>
              </a:rPr>
              <a:t>Pixel gốc không trở thành bit ngay</a:t>
            </a:r>
          </a:p>
        </p:txBody>
      </p:sp>
      <p:sp>
        <p:nvSpPr>
          <p:cNvPr id="2" name="">
            <a:extLst xmlns:a="http://schemas.openxmlformats.org/drawingml/2006/main">
              <a:ext uri="{FF2B5EF4-FFF2-40B4-BE49-F238E27FC236}">
                <a16:creationId xmlns:a16="http://schemas.microsoft.com/office/drawing/2014/main" id="{B038E354-F98F-48A9-8FD4-A83A0646CF5A}"/>
              </a:ext>
            </a:extLst>
          </p:cNvPr>
          <p:cNvSpPr>
            <a:spLocks xmlns:a="http://schemas.openxmlformats.org/drawingml/2006/main" noGrp="1"/>
          </p:cNvSpPr>
          <p:nvPr/>
        </p:nvSpPr>
        <p:spPr>
          <a:xfrm xmlns:a="http://schemas.openxmlformats.org/drawingml/2006/main">
            <a:off x="438150" y="933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625"/>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Ví dụ trực quan: native đi từ một mảng pixel, qua sai khác residual, rồi mới có các coefficient để CAVLC mã hóa.</a:t>
            </a:r>
          </a:p>
        </p:txBody>
      </p:sp>
      <p:sp>
        <p:nvSpPr>
          <p:cNvPr id="3" name="">
            <a:extLst xmlns:a="http://schemas.openxmlformats.org/drawingml/2006/main">
              <a:ext uri="{FF2B5EF4-FFF2-40B4-BE49-F238E27FC236}">
                <a16:creationId xmlns:a16="http://schemas.microsoft.com/office/drawing/2014/main" id="{9013C030-3008-46A4-94D8-1A51933AC3FE}"/>
              </a:ext>
            </a:extLst>
          </p:cNvPr>
          <p:cNvSpPr>
            <a:spLocks xmlns:a="http://schemas.openxmlformats.org/drawingml/2006/main" noGrp="1"/>
          </p:cNvSpPr>
          <p:nvPr/>
        </p:nvSpPr>
        <p:spPr>
          <a:xfrm xmlns:a="http://schemas.openxmlformats.org/drawingml/2006/main">
            <a:off x="419100" y="1304925"/>
            <a:ext cx="11353800" cy="0"/>
          </a:xfrm>
          <a:prstGeom xmlns:a="http://schemas.openxmlformats.org/drawingml/2006/main" prst="line">
            <a:avLst/>
          </a:prstGeom>
          <a:noFill xmlns:a="http://schemas.openxmlformats.org/drawingml/2006/main"/>
          <a:ln xmlns:a="http://schemas.openxmlformats.org/drawingml/2006/main" w="9525">
            <a:solidFill>
              <a:srgbClr val="D6DFEB"/>
            </a:solidFill>
          </a:ln>
        </p:spPr>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46d0eceed3814dbf"/>
          <a:stretch xmlns:a="http://schemas.openxmlformats.org/drawingml/2006/main"/>
        </p:blipFill>
        <p:spPr>
          <a:xfrm xmlns:a="http://schemas.openxmlformats.org/drawingml/2006/main">
            <a:off x="3007309" y="1657350"/>
            <a:ext cx="6177383" cy="34766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DB1B2BC-160D-4C5E-AF7C-26DFCE2A2CF5}"/>
              </a:ext>
            </a:extLst>
          </p:cNvPr>
          <p:cNvSpPr>
            <a:spLocks xmlns:a="http://schemas.openxmlformats.org/drawingml/2006/main" noGrp="1"/>
          </p:cNvSpPr>
          <p:nvPr/>
        </p:nvSpPr>
        <p:spPr>
          <a:xfrm xmlns:a="http://schemas.openxmlformats.org/drawingml/2006/main">
            <a:off x="1114425" y="5314950"/>
            <a:ext cx="209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1725" b="1">
                <a:solidFill>
                  <a:srgbClr val="2667D8"/>
                </a:solidFill>
                <a:latin typeface="Arial"/>
                <a:ea typeface="Arial"/>
                <a:cs typeface="Arial"/>
              </a:defRPr>
            </a:pPr>
            <a:r>
              <a:rPr sz="1725" b="1">
                <a:solidFill>
                  <a:srgbClr val="2667D8"/>
                </a:solidFill>
                <a:latin typeface="Arial"/>
                <a:ea typeface="Arial"/>
                <a:cs typeface="Arial"/>
              </a:rPr>
              <a:t>Mảng pixel</a:t>
            </a:r>
          </a:p>
        </p:txBody>
      </p:sp>
      <p:sp>
        <p:nvSpPr>
          <p:cNvPr id="6" name="">
            <a:extLst xmlns:a="http://schemas.openxmlformats.org/drawingml/2006/main">
              <a:ext uri="{FF2B5EF4-FFF2-40B4-BE49-F238E27FC236}">
                <a16:creationId xmlns:a16="http://schemas.microsoft.com/office/drawing/2014/main" id="{77BB1ABF-1CB8-42DB-928F-A9D0C6C6C232}"/>
              </a:ext>
            </a:extLst>
          </p:cNvPr>
          <p:cNvSpPr>
            <a:spLocks xmlns:a="http://schemas.openxmlformats.org/drawingml/2006/main" noGrp="1"/>
          </p:cNvSpPr>
          <p:nvPr/>
        </p:nvSpPr>
        <p:spPr>
          <a:xfrm xmlns:a="http://schemas.openxmlformats.org/drawingml/2006/main">
            <a:off x="5086350" y="531495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1725" b="1">
                <a:solidFill>
                  <a:srgbClr val="F2994A"/>
                </a:solidFill>
                <a:latin typeface="Arial"/>
                <a:ea typeface="Arial"/>
                <a:cs typeface="Arial"/>
              </a:defRPr>
            </a:pPr>
            <a:r>
              <a:rPr sz="1725" b="1">
                <a:solidFill>
                  <a:srgbClr val="F2994A"/>
                </a:solidFill>
                <a:latin typeface="Arial"/>
                <a:ea typeface="Arial"/>
                <a:cs typeface="Arial"/>
              </a:rPr>
              <a:t>Residual: phần khác nhau</a:t>
            </a:r>
          </a:p>
        </p:txBody>
      </p:sp>
      <p:sp>
        <p:nvSpPr>
          <p:cNvPr id="7" name="">
            <a:extLst xmlns:a="http://schemas.openxmlformats.org/drawingml/2006/main">
              <a:ext uri="{FF2B5EF4-FFF2-40B4-BE49-F238E27FC236}">
                <a16:creationId xmlns:a16="http://schemas.microsoft.com/office/drawing/2014/main" id="{6701DA68-4F77-4A12-A172-F99460779D78}"/>
              </a:ext>
            </a:extLst>
          </p:cNvPr>
          <p:cNvSpPr>
            <a:spLocks xmlns:a="http://schemas.openxmlformats.org/drawingml/2006/main" noGrp="1"/>
          </p:cNvSpPr>
          <p:nvPr/>
        </p:nvSpPr>
        <p:spPr>
          <a:xfrm xmlns:a="http://schemas.openxmlformats.org/drawingml/2006/main">
            <a:off x="8143875" y="531495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1725" b="1">
                <a:solidFill>
                  <a:srgbClr val="7555D9"/>
                </a:solidFill>
                <a:latin typeface="Arial"/>
                <a:ea typeface="Arial"/>
                <a:cs typeface="Arial"/>
              </a:defRPr>
            </a:pPr>
            <a:r>
              <a:rPr sz="1725" b="1">
                <a:solidFill>
                  <a:srgbClr val="7555D9"/>
                </a:solidFill>
                <a:latin typeface="Arial"/>
                <a:ea typeface="Arial"/>
                <a:cs typeface="Arial"/>
              </a:rPr>
              <a:t>Coefficient 4×4</a:t>
            </a:r>
          </a:p>
        </p:txBody>
      </p:sp>
      <p:sp>
        <p:nvSpPr>
          <p:cNvPr id="8" name="">
            <a:extLst xmlns:a="http://schemas.openxmlformats.org/drawingml/2006/main">
              <a:ext uri="{FF2B5EF4-FFF2-40B4-BE49-F238E27FC236}">
                <a16:creationId xmlns:a16="http://schemas.microsoft.com/office/drawing/2014/main" id="{813C8721-0426-4D47-A09B-671B10478CF6}"/>
              </a:ext>
            </a:extLst>
          </p:cNvPr>
          <p:cNvSpPr>
            <a:spLocks xmlns:a="http://schemas.openxmlformats.org/drawingml/2006/main" noGrp="1"/>
          </p:cNvSpPr>
          <p:nvPr/>
        </p:nvSpPr>
        <p:spPr>
          <a:xfrm xmlns:a="http://schemas.openxmlformats.org/drawingml/2006/main">
            <a:off x="1524000" y="5638800"/>
            <a:ext cx="914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defRPr sz="1275" i="1">
                <a:solidFill>
                  <a:srgbClr val="63728A"/>
                </a:solidFill>
                <a:latin typeface="Arial"/>
                <a:ea typeface="Arial"/>
                <a:cs typeface="Arial"/>
              </a:defRPr>
            </a:pPr>
            <a:r>
              <a:rPr sz="1275" i="1">
                <a:solidFill>
                  <a:srgbClr val="63728A"/>
                </a:solidFill>
                <a:latin typeface="Arial"/>
                <a:ea typeface="Arial"/>
                <a:cs typeface="Arial"/>
              </a:rPr>
              <a:t>Hình 8 — Ví dụ biến đổi: pixel gốc, residual, coefficient 4×4, rồi chuỗi bit CAVLC.</a:t>
            </a:r>
          </a:p>
        </p:txBody>
      </p:sp>
      <p:sp>
        <p:nvSpPr>
          <p:cNvPr id="9" name="">
            <a:extLst xmlns:a="http://schemas.openxmlformats.org/drawingml/2006/main">
              <a:ext uri="{FF2B5EF4-FFF2-40B4-BE49-F238E27FC236}">
                <a16:creationId xmlns:a16="http://schemas.microsoft.com/office/drawing/2014/main" id="{C7236909-548E-45E2-A86A-53F987E76B3F}"/>
              </a:ext>
            </a:extLst>
          </p:cNvPr>
          <p:cNvSpPr>
            <a:spLocks xmlns:a="http://schemas.openxmlformats.org/drawingml/2006/main" noGrp="1"/>
          </p:cNvSpPr>
          <p:nvPr/>
        </p:nvSpPr>
        <p:spPr>
          <a:xfrm xmlns:a="http://schemas.openxmlformats.org/drawingml/2006/main">
            <a:off x="1524000" y="592455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333"/>
          </a:bodyPr>
          <a:lstStyle xmlns:a="http://schemas.openxmlformats.org/drawingml/2006/main"/>
          <a:p xmlns:a="http://schemas.openxmlformats.org/drawingml/2006/main">
            <a:pPr>
              <a:defRPr sz="1650">
                <a:solidFill>
                  <a:srgbClr val="0B1B35"/>
                </a:solidFill>
                <a:latin typeface="Arial"/>
                <a:ea typeface="Arial"/>
                <a:cs typeface="Arial"/>
              </a:defRPr>
            </a:pPr>
            <a:r>
              <a:rPr sz="1650">
                <a:solidFill>
                  <a:srgbClr val="0B1B35"/>
                </a:solidFill>
                <a:latin typeface="Arial"/>
                <a:ea typeface="Arial"/>
                <a:cs typeface="Arial"/>
              </a:rPr>
              <a:t>Native chỉ xét coefficient đã qua lọc an toàn, không sửa pixel của khung hình trực tiếp.</a:t>
            </a:r>
          </a:p>
        </p:txBody>
      </p:sp>
      <p:sp>
        <p:nvSpPr>
          <p:cNvPr id="10" name="">
            <a:extLst xmlns:a="http://schemas.openxmlformats.org/drawingml/2006/main">
              <a:ext uri="{FF2B5EF4-FFF2-40B4-BE49-F238E27FC236}">
                <a16:creationId xmlns:a16="http://schemas.microsoft.com/office/drawing/2014/main" id="{F829BF2C-BDDD-45EB-B46D-8B2B57F31E59}"/>
              </a:ext>
            </a:extLst>
          </p:cNvPr>
          <p:cNvSpPr>
            <a:spLocks xmlns:a="http://schemas.openxmlformats.org/drawingml/2006/main" noGrp="1"/>
          </p:cNvSpPr>
          <p:nvPr/>
        </p:nvSpPr>
        <p:spPr>
          <a:xfrm xmlns:a="http://schemas.openxmlformats.org/drawingml/2006/main">
            <a:off x="400050" y="6486525"/>
            <a:ext cx="3048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11" name="">
            <a:extLst xmlns:a="http://schemas.openxmlformats.org/drawingml/2006/main">
              <a:ext uri="{FF2B5EF4-FFF2-40B4-BE49-F238E27FC236}">
                <a16:creationId xmlns:a16="http://schemas.microsoft.com/office/drawing/2014/main" id="{4AB6A9F4-02DA-49F9-803A-B452F26C9371}"/>
              </a:ext>
            </a:extLst>
          </p:cNvPr>
          <p:cNvSpPr>
            <a:spLocks xmlns:a="http://schemas.openxmlformats.org/drawingml/2006/main" noGrp="1"/>
          </p:cNvSpPr>
          <p:nvPr/>
        </p:nvSpPr>
        <p:spPr>
          <a:xfrm xmlns:a="http://schemas.openxmlformats.org/drawingml/2006/main">
            <a:off x="11287125" y="6457950"/>
            <a:ext cx="4762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b="1">
                <a:solidFill>
                  <a:srgbClr val="8B96A8"/>
                </a:solidFill>
                <a:latin typeface="Arial"/>
                <a:ea typeface="Arial"/>
                <a:cs typeface="Arial"/>
              </a:defRPr>
            </a:pPr>
            <a:r>
              <a:rPr sz="900" b="1">
                <a:solidFill>
                  <a:srgbClr val="8B96A8"/>
                </a:solidFill>
                <a:latin typeface="Arial"/>
                <a:ea typeface="Arial"/>
                <a:cs typeface="Arial"/>
              </a:rPr>
              <a:t>08</a:t>
            </a:r>
          </a:p>
        </p:txBody>
      </p:sp>
    </p:spTree>
    <p:extLst>
      <p:ext uri="{BB962C8B-B14F-4D97-AF65-F5344CB8AC3E}">
        <p14:creationId xmlns:p14="http://schemas.microsoft.com/office/powerpoint/2010/main" val="23813079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BA9B85D8-3CCB-4E86-9838-79C1412BC6AA}"/>
              </a:ext>
            </a:extLst>
          </p:cNvPr>
          <p:cNvSpPr>
            <a:spLocks xmlns:a="http://schemas.openxmlformats.org/drawingml/2006/main" noGrp="1"/>
          </p:cNvSpPr>
          <p:nvPr/>
        </p:nvSpPr>
        <p:spPr>
          <a:xfrm xmlns:a="http://schemas.openxmlformats.org/drawingml/2006/main">
            <a:off x="419100" y="3524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0213D"/>
                </a:solidFill>
                <a:latin typeface="Arial"/>
                <a:ea typeface="Arial"/>
                <a:cs typeface="Arial"/>
              </a:defRPr>
            </a:pPr>
            <a:r>
              <a:rPr sz="2700" b="1">
                <a:solidFill>
                  <a:srgbClr val="10213D"/>
                </a:solidFill>
                <a:latin typeface="Arial"/>
                <a:ea typeface="Arial"/>
                <a:cs typeface="Arial"/>
              </a:rPr>
              <a:t>Native CAVLC đang làm gì?</a:t>
            </a:r>
          </a:p>
        </p:txBody>
      </p:sp>
      <p:sp>
        <p:nvSpPr>
          <p:cNvPr id="2" name="">
            <a:extLst xmlns:a="http://schemas.openxmlformats.org/drawingml/2006/main">
              <a:ext uri="{FF2B5EF4-FFF2-40B4-BE49-F238E27FC236}">
                <a16:creationId xmlns:a16="http://schemas.microsoft.com/office/drawing/2014/main" id="{183D9AFC-ECE3-4D23-9292-DBD1546DF259}"/>
              </a:ext>
            </a:extLst>
          </p:cNvPr>
          <p:cNvSpPr>
            <a:spLocks xmlns:a="http://schemas.openxmlformats.org/drawingml/2006/main" noGrp="1"/>
          </p:cNvSpPr>
          <p:nvPr/>
        </p:nvSpPr>
        <p:spPr>
          <a:xfrm xmlns:a="http://schemas.openxmlformats.org/drawingml/2006/main">
            <a:off x="438150" y="933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625"/>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Nó đọc bitstream, giải mã residual vừa đủ, ghi lại offset của sign-bit candidate, rồi patch đúng chỗ.</a:t>
            </a:r>
          </a:p>
        </p:txBody>
      </p:sp>
      <p:sp>
        <p:nvSpPr>
          <p:cNvPr id="3" name="">
            <a:extLst xmlns:a="http://schemas.openxmlformats.org/drawingml/2006/main">
              <a:ext uri="{FF2B5EF4-FFF2-40B4-BE49-F238E27FC236}">
                <a16:creationId xmlns:a16="http://schemas.microsoft.com/office/drawing/2014/main" id="{6A183C27-E115-4E8A-BB66-A65D220047E2}"/>
              </a:ext>
            </a:extLst>
          </p:cNvPr>
          <p:cNvSpPr>
            <a:spLocks xmlns:a="http://schemas.openxmlformats.org/drawingml/2006/main" noGrp="1"/>
          </p:cNvSpPr>
          <p:nvPr/>
        </p:nvSpPr>
        <p:spPr>
          <a:xfrm xmlns:a="http://schemas.openxmlformats.org/drawingml/2006/main">
            <a:off x="419100" y="1304925"/>
            <a:ext cx="11353800" cy="0"/>
          </a:xfrm>
          <a:prstGeom xmlns:a="http://schemas.openxmlformats.org/drawingml/2006/main" prst="line">
            <a:avLst/>
          </a:prstGeom>
          <a:noFill xmlns:a="http://schemas.openxmlformats.org/drawingml/2006/main"/>
          <a:ln xmlns:a="http://schemas.openxmlformats.org/drawingml/2006/main" w="9525">
            <a:solidFill>
              <a:srgbClr val="D6DFEB"/>
            </a:solidFill>
          </a:ln>
        </p:spPr>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c4de0fe3cc2d4d5a"/>
          <a:stretch xmlns:a="http://schemas.openxmlformats.org/drawingml/2006/main"/>
        </p:blipFill>
        <p:spPr>
          <a:xfrm xmlns:a="http://schemas.openxmlformats.org/drawingml/2006/main">
            <a:off x="3817096" y="1600200"/>
            <a:ext cx="6786659" cy="38195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B6210EA-E5D4-4B08-B5A0-42296C4F7241}"/>
              </a:ext>
            </a:extLst>
          </p:cNvPr>
          <p:cNvSpPr>
            <a:spLocks xmlns:a="http://schemas.openxmlformats.org/drawingml/2006/main" noGrp="1"/>
          </p:cNvSpPr>
          <p:nvPr/>
        </p:nvSpPr>
        <p:spPr>
          <a:xfrm xmlns:a="http://schemas.openxmlformats.org/drawingml/2006/main">
            <a:off x="514350" y="1581150"/>
            <a:ext cx="2381250" cy="85725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6DFEB"/>
            </a:solidFill>
          </a:ln>
        </p:spPr>
      </p:sp>
      <p:sp>
        <p:nvSpPr>
          <p:cNvPr id="6" name="">
            <a:extLst xmlns:a="http://schemas.openxmlformats.org/drawingml/2006/main">
              <a:ext uri="{FF2B5EF4-FFF2-40B4-BE49-F238E27FC236}">
                <a16:creationId xmlns:a16="http://schemas.microsoft.com/office/drawing/2014/main" id="{9611DD32-F85B-40BD-B881-5A6DF2E7D4F4}"/>
              </a:ext>
            </a:extLst>
          </p:cNvPr>
          <p:cNvSpPr>
            <a:spLocks xmlns:a="http://schemas.openxmlformats.org/drawingml/2006/main" noGrp="1"/>
          </p:cNvSpPr>
          <p:nvPr/>
        </p:nvSpPr>
        <p:spPr>
          <a:xfrm xmlns:a="http://schemas.openxmlformats.org/drawingml/2006/main">
            <a:off x="666750" y="1733550"/>
            <a:ext cx="361950" cy="361950"/>
          </a:xfrm>
          <a:prstGeom xmlns:a="http://schemas.openxmlformats.org/drawingml/2006/main" prst="roundRect">
            <a:avLst>
              <a:gd name="adj" fmla="val 21053"/>
            </a:avLst>
          </a:prstGeom>
          <a:solidFill xmlns:a="http://schemas.openxmlformats.org/drawingml/2006/main">
            <a:srgbClr val="2667D8">
              <a:alpha val="8627"/>
            </a:srgbClr>
          </a:solidFill>
          <a:ln xmlns:a="http://schemas.openxmlformats.org/drawingml/2006/main" w="9525">
            <a:solidFill>
              <a:srgbClr val="2667D8"/>
            </a:solidFill>
          </a:ln>
        </p:spPr>
      </p:sp>
      <p:sp>
        <p:nvSpPr>
          <p:cNvPr id="7" name="">
            <a:extLst xmlns:a="http://schemas.openxmlformats.org/drawingml/2006/main">
              <a:ext uri="{FF2B5EF4-FFF2-40B4-BE49-F238E27FC236}">
                <a16:creationId xmlns:a16="http://schemas.microsoft.com/office/drawing/2014/main" id="{43B2F69E-3C59-4EEA-B976-2844DC825547}"/>
              </a:ext>
            </a:extLst>
          </p:cNvPr>
          <p:cNvSpPr>
            <a:spLocks xmlns:a="http://schemas.openxmlformats.org/drawingml/2006/main" noGrp="1"/>
          </p:cNvSpPr>
          <p:nvPr/>
        </p:nvSpPr>
        <p:spPr>
          <a:xfrm xmlns:a="http://schemas.openxmlformats.org/drawingml/2006/main">
            <a:off x="1143000" y="1743075"/>
            <a:ext cx="1600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9697"/>
          </a:bodyPr>
          <a:lstStyle xmlns:a="http://schemas.openxmlformats.org/drawingml/2006/main"/>
          <a:p xmlns:a="http://schemas.openxmlformats.org/drawingml/2006/main">
            <a:pPr>
              <a:defRPr sz="1650" b="1">
                <a:solidFill>
                  <a:srgbClr val="10213D"/>
                </a:solidFill>
                <a:latin typeface="Arial"/>
                <a:ea typeface="Arial"/>
                <a:cs typeface="Arial"/>
              </a:defRPr>
            </a:pPr>
            <a:r>
              <a:rPr sz="1650" b="1">
                <a:solidFill>
                  <a:srgbClr val="10213D"/>
                </a:solidFill>
                <a:latin typeface="Arial"/>
                <a:ea typeface="Arial"/>
                <a:cs typeface="Arial"/>
              </a:rPr>
              <a:t>Parse</a:t>
            </a:r>
          </a:p>
        </p:txBody>
      </p:sp>
      <p:sp>
        <p:nvSpPr>
          <p:cNvPr id="8" name="">
            <a:extLst xmlns:a="http://schemas.openxmlformats.org/drawingml/2006/main">
              <a:ext uri="{FF2B5EF4-FFF2-40B4-BE49-F238E27FC236}">
                <a16:creationId xmlns:a16="http://schemas.microsoft.com/office/drawing/2014/main" id="{4B7C9B36-C4E7-4DEB-955C-37EE64D0ED35}"/>
              </a:ext>
            </a:extLst>
          </p:cNvPr>
          <p:cNvSpPr>
            <a:spLocks xmlns:a="http://schemas.openxmlformats.org/drawingml/2006/main" noGrp="1"/>
          </p:cNvSpPr>
          <p:nvPr/>
        </p:nvSpPr>
        <p:spPr>
          <a:xfrm xmlns:a="http://schemas.openxmlformats.org/drawingml/2006/main">
            <a:off x="1143000" y="2076450"/>
            <a:ext cx="1600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6491"/>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tách NAL và đọc slice</a:t>
            </a:r>
          </a:p>
        </p:txBody>
      </p:sp>
      <p:sp>
        <p:nvSpPr>
          <p:cNvPr id="9" name="">
            <a:extLst xmlns:a="http://schemas.openxmlformats.org/drawingml/2006/main">
              <a:ext uri="{FF2B5EF4-FFF2-40B4-BE49-F238E27FC236}">
                <a16:creationId xmlns:a16="http://schemas.microsoft.com/office/drawing/2014/main" id="{DB8A1AF0-ECF6-4618-8293-0409677BA1C2}"/>
              </a:ext>
            </a:extLst>
          </p:cNvPr>
          <p:cNvSpPr>
            <a:spLocks xmlns:a="http://schemas.openxmlformats.org/drawingml/2006/main" noGrp="1"/>
          </p:cNvSpPr>
          <p:nvPr/>
        </p:nvSpPr>
        <p:spPr>
          <a:xfrm xmlns:a="http://schemas.openxmlformats.org/drawingml/2006/main">
            <a:off x="514350" y="2543175"/>
            <a:ext cx="2381250" cy="85725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6DFEB"/>
            </a:solidFill>
          </a:ln>
        </p:spPr>
      </p:sp>
      <p:sp>
        <p:nvSpPr>
          <p:cNvPr id="10" name="">
            <a:extLst xmlns:a="http://schemas.openxmlformats.org/drawingml/2006/main">
              <a:ext uri="{FF2B5EF4-FFF2-40B4-BE49-F238E27FC236}">
                <a16:creationId xmlns:a16="http://schemas.microsoft.com/office/drawing/2014/main" id="{D0B570E4-0675-4051-8516-A5202230F238}"/>
              </a:ext>
            </a:extLst>
          </p:cNvPr>
          <p:cNvSpPr>
            <a:spLocks xmlns:a="http://schemas.openxmlformats.org/drawingml/2006/main" noGrp="1"/>
          </p:cNvSpPr>
          <p:nvPr/>
        </p:nvSpPr>
        <p:spPr>
          <a:xfrm xmlns:a="http://schemas.openxmlformats.org/drawingml/2006/main">
            <a:off x="666750" y="2695575"/>
            <a:ext cx="361950" cy="361950"/>
          </a:xfrm>
          <a:prstGeom xmlns:a="http://schemas.openxmlformats.org/drawingml/2006/main" prst="roundRect">
            <a:avLst>
              <a:gd name="adj" fmla="val 21053"/>
            </a:avLst>
          </a:prstGeom>
          <a:solidFill xmlns:a="http://schemas.openxmlformats.org/drawingml/2006/main">
            <a:srgbClr val="16A4C7">
              <a:alpha val="8627"/>
            </a:srgbClr>
          </a:solidFill>
          <a:ln xmlns:a="http://schemas.openxmlformats.org/drawingml/2006/main" w="9525">
            <a:solidFill>
              <a:srgbClr val="16A4C7"/>
            </a:solidFill>
          </a:ln>
        </p:spPr>
      </p:sp>
      <p:sp>
        <p:nvSpPr>
          <p:cNvPr id="11" name="">
            <a:extLst xmlns:a="http://schemas.openxmlformats.org/drawingml/2006/main">
              <a:ext uri="{FF2B5EF4-FFF2-40B4-BE49-F238E27FC236}">
                <a16:creationId xmlns:a16="http://schemas.microsoft.com/office/drawing/2014/main" id="{CAC00F4F-91B7-4B3F-AA2E-DF79EF25073A}"/>
              </a:ext>
            </a:extLst>
          </p:cNvPr>
          <p:cNvSpPr>
            <a:spLocks xmlns:a="http://schemas.openxmlformats.org/drawingml/2006/main" noGrp="1"/>
          </p:cNvSpPr>
          <p:nvPr/>
        </p:nvSpPr>
        <p:spPr>
          <a:xfrm xmlns:a="http://schemas.openxmlformats.org/drawingml/2006/main">
            <a:off x="1143000" y="2705100"/>
            <a:ext cx="1600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9697"/>
          </a:bodyPr>
          <a:lstStyle xmlns:a="http://schemas.openxmlformats.org/drawingml/2006/main"/>
          <a:p xmlns:a="http://schemas.openxmlformats.org/drawingml/2006/main">
            <a:pPr>
              <a:defRPr sz="1650" b="1">
                <a:solidFill>
                  <a:srgbClr val="10213D"/>
                </a:solidFill>
                <a:latin typeface="Arial"/>
                <a:ea typeface="Arial"/>
                <a:cs typeface="Arial"/>
              </a:defRPr>
            </a:pPr>
            <a:r>
              <a:rPr sz="1650" b="1">
                <a:solidFill>
                  <a:srgbClr val="10213D"/>
                </a:solidFill>
                <a:latin typeface="Arial"/>
                <a:ea typeface="Arial"/>
                <a:cs typeface="Arial"/>
              </a:rPr>
              <a:t>Decode</a:t>
            </a:r>
          </a:p>
        </p:txBody>
      </p:sp>
      <p:sp>
        <p:nvSpPr>
          <p:cNvPr id="12" name="">
            <a:extLst xmlns:a="http://schemas.openxmlformats.org/drawingml/2006/main">
              <a:ext uri="{FF2B5EF4-FFF2-40B4-BE49-F238E27FC236}">
                <a16:creationId xmlns:a16="http://schemas.microsoft.com/office/drawing/2014/main" id="{1B70B37E-392F-4A9F-9609-8D36F8DE18AA}"/>
              </a:ext>
            </a:extLst>
          </p:cNvPr>
          <p:cNvSpPr>
            <a:spLocks xmlns:a="http://schemas.openxmlformats.org/drawingml/2006/main" noGrp="1"/>
          </p:cNvSpPr>
          <p:nvPr/>
        </p:nvSpPr>
        <p:spPr>
          <a:xfrm xmlns:a="http://schemas.openxmlformats.org/drawingml/2006/main">
            <a:off x="1143000" y="3038475"/>
            <a:ext cx="1600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9316"/>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đọc coeff_token, signs, levels, runs</a:t>
            </a:r>
          </a:p>
        </p:txBody>
      </p:sp>
      <p:sp>
        <p:nvSpPr>
          <p:cNvPr id="13" name="">
            <a:extLst xmlns:a="http://schemas.openxmlformats.org/drawingml/2006/main">
              <a:ext uri="{FF2B5EF4-FFF2-40B4-BE49-F238E27FC236}">
                <a16:creationId xmlns:a16="http://schemas.microsoft.com/office/drawing/2014/main" id="{37FDAC00-8AD9-4506-84F8-F79CE4C49539}"/>
              </a:ext>
            </a:extLst>
          </p:cNvPr>
          <p:cNvSpPr>
            <a:spLocks xmlns:a="http://schemas.openxmlformats.org/drawingml/2006/main" noGrp="1"/>
          </p:cNvSpPr>
          <p:nvPr/>
        </p:nvSpPr>
        <p:spPr>
          <a:xfrm xmlns:a="http://schemas.openxmlformats.org/drawingml/2006/main">
            <a:off x="514350" y="3505200"/>
            <a:ext cx="2381250" cy="85725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6DFEB"/>
            </a:solidFill>
          </a:ln>
        </p:spPr>
      </p:sp>
      <p:sp>
        <p:nvSpPr>
          <p:cNvPr id="14" name="">
            <a:extLst xmlns:a="http://schemas.openxmlformats.org/drawingml/2006/main">
              <a:ext uri="{FF2B5EF4-FFF2-40B4-BE49-F238E27FC236}">
                <a16:creationId xmlns:a16="http://schemas.microsoft.com/office/drawing/2014/main" id="{C6D276A1-3642-492F-9BF9-BF584766990D}"/>
              </a:ext>
            </a:extLst>
          </p:cNvPr>
          <p:cNvSpPr>
            <a:spLocks xmlns:a="http://schemas.openxmlformats.org/drawingml/2006/main" noGrp="1"/>
          </p:cNvSpPr>
          <p:nvPr/>
        </p:nvSpPr>
        <p:spPr>
          <a:xfrm xmlns:a="http://schemas.openxmlformats.org/drawingml/2006/main">
            <a:off x="666750" y="3657600"/>
            <a:ext cx="361950" cy="361950"/>
          </a:xfrm>
          <a:prstGeom xmlns:a="http://schemas.openxmlformats.org/drawingml/2006/main" prst="roundRect">
            <a:avLst>
              <a:gd name="adj" fmla="val 21053"/>
            </a:avLst>
          </a:prstGeom>
          <a:solidFill xmlns:a="http://schemas.openxmlformats.org/drawingml/2006/main">
            <a:srgbClr val="F2994A">
              <a:alpha val="8627"/>
            </a:srgbClr>
          </a:solidFill>
          <a:ln xmlns:a="http://schemas.openxmlformats.org/drawingml/2006/main" w="9525">
            <a:solidFill>
              <a:srgbClr val="F2994A"/>
            </a:solidFill>
          </a:ln>
        </p:spPr>
      </p:sp>
      <p:sp>
        <p:nvSpPr>
          <p:cNvPr id="15" name="">
            <a:extLst xmlns:a="http://schemas.openxmlformats.org/drawingml/2006/main">
              <a:ext uri="{FF2B5EF4-FFF2-40B4-BE49-F238E27FC236}">
                <a16:creationId xmlns:a16="http://schemas.microsoft.com/office/drawing/2014/main" id="{7867E2CB-35E0-4EB6-A0EC-3856DBEF627D}"/>
              </a:ext>
            </a:extLst>
          </p:cNvPr>
          <p:cNvSpPr>
            <a:spLocks xmlns:a="http://schemas.openxmlformats.org/drawingml/2006/main" noGrp="1"/>
          </p:cNvSpPr>
          <p:nvPr/>
        </p:nvSpPr>
        <p:spPr>
          <a:xfrm xmlns:a="http://schemas.openxmlformats.org/drawingml/2006/main">
            <a:off x="1143000" y="3667125"/>
            <a:ext cx="1600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9697"/>
          </a:bodyPr>
          <a:lstStyle xmlns:a="http://schemas.openxmlformats.org/drawingml/2006/main"/>
          <a:p xmlns:a="http://schemas.openxmlformats.org/drawingml/2006/main">
            <a:pPr>
              <a:defRPr sz="1650" b="1">
                <a:solidFill>
                  <a:srgbClr val="10213D"/>
                </a:solidFill>
                <a:latin typeface="Arial"/>
                <a:ea typeface="Arial"/>
                <a:cs typeface="Arial"/>
              </a:defRPr>
            </a:pPr>
            <a:r>
              <a:rPr sz="1650" b="1">
                <a:solidFill>
                  <a:srgbClr val="10213D"/>
                </a:solidFill>
                <a:latin typeface="Arial"/>
                <a:ea typeface="Arial"/>
                <a:cs typeface="Arial"/>
              </a:rPr>
              <a:t>Record</a:t>
            </a:r>
          </a:p>
        </p:txBody>
      </p:sp>
      <p:sp>
        <p:nvSpPr>
          <p:cNvPr id="16" name="">
            <a:extLst xmlns:a="http://schemas.openxmlformats.org/drawingml/2006/main">
              <a:ext uri="{FF2B5EF4-FFF2-40B4-BE49-F238E27FC236}">
                <a16:creationId xmlns:a16="http://schemas.microsoft.com/office/drawing/2014/main" id="{E9D187FA-7A0E-43A2-93DB-FEF468B1C800}"/>
              </a:ext>
            </a:extLst>
          </p:cNvPr>
          <p:cNvSpPr>
            <a:spLocks xmlns:a="http://schemas.openxmlformats.org/drawingml/2006/main" noGrp="1"/>
          </p:cNvSpPr>
          <p:nvPr/>
        </p:nvSpPr>
        <p:spPr>
          <a:xfrm xmlns:a="http://schemas.openxmlformats.org/drawingml/2006/main">
            <a:off x="1143000" y="4000500"/>
            <a:ext cx="1600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784"/>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lưu bit offsets T1 và metadata block</a:t>
            </a:r>
          </a:p>
        </p:txBody>
      </p:sp>
      <p:sp>
        <p:nvSpPr>
          <p:cNvPr id="17" name="">
            <a:extLst xmlns:a="http://schemas.openxmlformats.org/drawingml/2006/main">
              <a:ext uri="{FF2B5EF4-FFF2-40B4-BE49-F238E27FC236}">
                <a16:creationId xmlns:a16="http://schemas.microsoft.com/office/drawing/2014/main" id="{37A90634-2E13-46D4-B568-B9E6203DC77B}"/>
              </a:ext>
            </a:extLst>
          </p:cNvPr>
          <p:cNvSpPr>
            <a:spLocks xmlns:a="http://schemas.openxmlformats.org/drawingml/2006/main" noGrp="1"/>
          </p:cNvSpPr>
          <p:nvPr/>
        </p:nvSpPr>
        <p:spPr>
          <a:xfrm xmlns:a="http://schemas.openxmlformats.org/drawingml/2006/main">
            <a:off x="514350" y="4467225"/>
            <a:ext cx="2381250" cy="85725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6DFEB"/>
            </a:solidFill>
          </a:ln>
        </p:spPr>
      </p:sp>
      <p:sp>
        <p:nvSpPr>
          <p:cNvPr id="18" name="">
            <a:extLst xmlns:a="http://schemas.openxmlformats.org/drawingml/2006/main">
              <a:ext uri="{FF2B5EF4-FFF2-40B4-BE49-F238E27FC236}">
                <a16:creationId xmlns:a16="http://schemas.microsoft.com/office/drawing/2014/main" id="{6E344028-5453-4536-A1C9-347897C4C420}"/>
              </a:ext>
            </a:extLst>
          </p:cNvPr>
          <p:cNvSpPr>
            <a:spLocks xmlns:a="http://schemas.openxmlformats.org/drawingml/2006/main" noGrp="1"/>
          </p:cNvSpPr>
          <p:nvPr/>
        </p:nvSpPr>
        <p:spPr>
          <a:xfrm xmlns:a="http://schemas.openxmlformats.org/drawingml/2006/main">
            <a:off x="666750" y="4619625"/>
            <a:ext cx="361950" cy="361950"/>
          </a:xfrm>
          <a:prstGeom xmlns:a="http://schemas.openxmlformats.org/drawingml/2006/main" prst="roundRect">
            <a:avLst>
              <a:gd name="adj" fmla="val 21053"/>
            </a:avLst>
          </a:prstGeom>
          <a:solidFill xmlns:a="http://schemas.openxmlformats.org/drawingml/2006/main">
            <a:srgbClr val="25A36F">
              <a:alpha val="8627"/>
            </a:srgbClr>
          </a:solidFill>
          <a:ln xmlns:a="http://schemas.openxmlformats.org/drawingml/2006/main" w="9525">
            <a:solidFill>
              <a:srgbClr val="25A36F"/>
            </a:solidFill>
          </a:ln>
        </p:spPr>
      </p:sp>
      <p:sp>
        <p:nvSpPr>
          <p:cNvPr id="19" name="">
            <a:extLst xmlns:a="http://schemas.openxmlformats.org/drawingml/2006/main">
              <a:ext uri="{FF2B5EF4-FFF2-40B4-BE49-F238E27FC236}">
                <a16:creationId xmlns:a16="http://schemas.microsoft.com/office/drawing/2014/main" id="{713A12DE-F5B2-4A97-AF67-43699D59F951}"/>
              </a:ext>
            </a:extLst>
          </p:cNvPr>
          <p:cNvSpPr>
            <a:spLocks xmlns:a="http://schemas.openxmlformats.org/drawingml/2006/main" noGrp="1"/>
          </p:cNvSpPr>
          <p:nvPr/>
        </p:nvSpPr>
        <p:spPr>
          <a:xfrm xmlns:a="http://schemas.openxmlformats.org/drawingml/2006/main">
            <a:off x="1143000" y="4629150"/>
            <a:ext cx="1600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9697"/>
          </a:bodyPr>
          <a:lstStyle xmlns:a="http://schemas.openxmlformats.org/drawingml/2006/main"/>
          <a:p xmlns:a="http://schemas.openxmlformats.org/drawingml/2006/main">
            <a:pPr>
              <a:defRPr sz="1650" b="1">
                <a:solidFill>
                  <a:srgbClr val="10213D"/>
                </a:solidFill>
                <a:latin typeface="Arial"/>
                <a:ea typeface="Arial"/>
                <a:cs typeface="Arial"/>
              </a:defRPr>
            </a:pPr>
            <a:r>
              <a:rPr sz="1650" b="1">
                <a:solidFill>
                  <a:srgbClr val="10213D"/>
                </a:solidFill>
                <a:latin typeface="Arial"/>
                <a:ea typeface="Arial"/>
                <a:cs typeface="Arial"/>
              </a:rPr>
              <a:t>Patch</a:t>
            </a:r>
          </a:p>
        </p:txBody>
      </p:sp>
      <p:sp>
        <p:nvSpPr>
          <p:cNvPr id="20" name="">
            <a:extLst xmlns:a="http://schemas.openxmlformats.org/drawingml/2006/main">
              <a:ext uri="{FF2B5EF4-FFF2-40B4-BE49-F238E27FC236}">
                <a16:creationId xmlns:a16="http://schemas.microsoft.com/office/drawing/2014/main" id="{167D2489-3625-4B7A-B28E-A1AC6F434338}"/>
              </a:ext>
            </a:extLst>
          </p:cNvPr>
          <p:cNvSpPr>
            <a:spLocks xmlns:a="http://schemas.openxmlformats.org/drawingml/2006/main" noGrp="1"/>
          </p:cNvSpPr>
          <p:nvPr/>
        </p:nvSpPr>
        <p:spPr>
          <a:xfrm xmlns:a="http://schemas.openxmlformats.org/drawingml/2006/main">
            <a:off x="1143000" y="4962525"/>
            <a:ext cx="1600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828"/>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đổi đúng sign bit cần nhúng</a:t>
            </a:r>
          </a:p>
        </p:txBody>
      </p:sp>
      <p:sp>
        <p:nvSpPr>
          <p:cNvPr id="21" name="">
            <a:extLst xmlns:a="http://schemas.openxmlformats.org/drawingml/2006/main">
              <a:ext uri="{FF2B5EF4-FFF2-40B4-BE49-F238E27FC236}">
                <a16:creationId xmlns:a16="http://schemas.microsoft.com/office/drawing/2014/main" id="{455B5207-EF46-44A1-80D7-5DF2500D5CA5}"/>
              </a:ext>
            </a:extLst>
          </p:cNvPr>
          <p:cNvSpPr>
            <a:spLocks xmlns:a="http://schemas.openxmlformats.org/drawingml/2006/main" noGrp="1"/>
          </p:cNvSpPr>
          <p:nvPr/>
        </p:nvSpPr>
        <p:spPr>
          <a:xfrm xmlns:a="http://schemas.openxmlformats.org/drawingml/2006/main">
            <a:off x="3048000" y="5600700"/>
            <a:ext cx="8324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defRPr sz="1275" i="1">
                <a:solidFill>
                  <a:srgbClr val="63728A"/>
                </a:solidFill>
                <a:latin typeface="Arial"/>
                <a:ea typeface="Arial"/>
                <a:cs typeface="Arial"/>
              </a:defRPr>
            </a:pPr>
            <a:r>
              <a:rPr sz="1275" i="1">
                <a:solidFill>
                  <a:srgbClr val="63728A"/>
                </a:solidFill>
                <a:latin typeface="Arial"/>
                <a:ea typeface="Arial"/>
                <a:cs typeface="Arial"/>
              </a:rPr>
              <a:t>Hình 9 — Native parse và decode vừa đủ để ghi offset, rồi patch đúng sign bit đã chọn.</a:t>
            </a:r>
          </a:p>
        </p:txBody>
      </p:sp>
      <p:sp>
        <p:nvSpPr>
          <p:cNvPr id="22" name="">
            <a:extLst xmlns:a="http://schemas.openxmlformats.org/drawingml/2006/main">
              <a:ext uri="{FF2B5EF4-FFF2-40B4-BE49-F238E27FC236}">
                <a16:creationId xmlns:a16="http://schemas.microsoft.com/office/drawing/2014/main" id="{4DD149A6-5F52-4CE1-AF83-C47E436A9880}"/>
              </a:ext>
            </a:extLst>
          </p:cNvPr>
          <p:cNvSpPr>
            <a:spLocks xmlns:a="http://schemas.openxmlformats.org/drawingml/2006/main" noGrp="1"/>
          </p:cNvSpPr>
          <p:nvPr/>
        </p:nvSpPr>
        <p:spPr>
          <a:xfrm xmlns:a="http://schemas.openxmlformats.org/drawingml/2006/main">
            <a:off x="400050" y="6486525"/>
            <a:ext cx="3048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23" name="">
            <a:extLst xmlns:a="http://schemas.openxmlformats.org/drawingml/2006/main">
              <a:ext uri="{FF2B5EF4-FFF2-40B4-BE49-F238E27FC236}">
                <a16:creationId xmlns:a16="http://schemas.microsoft.com/office/drawing/2014/main" id="{BC750E75-463A-41F5-BE36-09A70F8A4284}"/>
              </a:ext>
            </a:extLst>
          </p:cNvPr>
          <p:cNvSpPr>
            <a:spLocks xmlns:a="http://schemas.openxmlformats.org/drawingml/2006/main" noGrp="1"/>
          </p:cNvSpPr>
          <p:nvPr/>
        </p:nvSpPr>
        <p:spPr>
          <a:xfrm xmlns:a="http://schemas.openxmlformats.org/drawingml/2006/main">
            <a:off x="11287125" y="6457950"/>
            <a:ext cx="4762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b="1">
                <a:solidFill>
                  <a:srgbClr val="8B96A8"/>
                </a:solidFill>
                <a:latin typeface="Arial"/>
                <a:ea typeface="Arial"/>
                <a:cs typeface="Arial"/>
              </a:defRPr>
            </a:pPr>
            <a:r>
              <a:rPr sz="900" b="1">
                <a:solidFill>
                  <a:srgbClr val="8B96A8"/>
                </a:solidFill>
                <a:latin typeface="Arial"/>
                <a:ea typeface="Arial"/>
                <a:cs typeface="Arial"/>
              </a:rPr>
              <a:t>09</a:t>
            </a:r>
          </a:p>
        </p:txBody>
      </p:sp>
    </p:spTree>
    <p:extLst>
      <p:ext uri="{BB962C8B-B14F-4D97-AF65-F5344CB8AC3E}">
        <p14:creationId xmlns:p14="http://schemas.microsoft.com/office/powerpoint/2010/main" val="164553993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7B5EED2D-0EC3-4732-8B77-C16733A87BE7}"/>
              </a:ext>
            </a:extLst>
          </p:cNvPr>
          <p:cNvSpPr>
            <a:spLocks xmlns:a="http://schemas.openxmlformats.org/drawingml/2006/main" noGrp="1"/>
          </p:cNvSpPr>
          <p:nvPr/>
        </p:nvSpPr>
        <p:spPr>
          <a:xfrm xmlns:a="http://schemas.openxmlformats.org/drawingml/2006/main">
            <a:off x="419100" y="3524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0213D"/>
                </a:solidFill>
                <a:latin typeface="Arial"/>
                <a:ea typeface="Arial"/>
                <a:cs typeface="Arial"/>
              </a:defRPr>
            </a:pPr>
            <a:r>
              <a:rPr sz="2700" b="1">
                <a:solidFill>
                  <a:srgbClr val="10213D"/>
                </a:solidFill>
                <a:latin typeface="Arial"/>
                <a:ea typeface="Arial"/>
                <a:cs typeface="Arial"/>
              </a:rPr>
              <a:t>Một block CAVLC chứa những gì?</a:t>
            </a:r>
          </a:p>
        </p:txBody>
      </p:sp>
      <p:sp>
        <p:nvSpPr>
          <p:cNvPr id="2" name="">
            <a:extLst xmlns:a="http://schemas.openxmlformats.org/drawingml/2006/main">
              <a:ext uri="{FF2B5EF4-FFF2-40B4-BE49-F238E27FC236}">
                <a16:creationId xmlns:a16="http://schemas.microsoft.com/office/drawing/2014/main" id="{35FC35DA-21C8-4234-B8C1-1B6E3BC96CB4}"/>
              </a:ext>
            </a:extLst>
          </p:cNvPr>
          <p:cNvSpPr>
            <a:spLocks xmlns:a="http://schemas.openxmlformats.org/drawingml/2006/main" noGrp="1"/>
          </p:cNvSpPr>
          <p:nvPr/>
        </p:nvSpPr>
        <p:spPr>
          <a:xfrm xmlns:a="http://schemas.openxmlformats.org/drawingml/2006/main">
            <a:off x="438150" y="933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625"/>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Ví dụ này bắt đầu từ một coefficient block 4×4, sau đó trải nó thành năm phần mà decoder đọc lần lượt.</a:t>
            </a:r>
          </a:p>
        </p:txBody>
      </p:sp>
      <p:sp>
        <p:nvSpPr>
          <p:cNvPr id="3" name="">
            <a:extLst xmlns:a="http://schemas.openxmlformats.org/drawingml/2006/main">
              <a:ext uri="{FF2B5EF4-FFF2-40B4-BE49-F238E27FC236}">
                <a16:creationId xmlns:a16="http://schemas.microsoft.com/office/drawing/2014/main" id="{0043729B-2838-4C20-980F-BF08E66215D5}"/>
              </a:ext>
            </a:extLst>
          </p:cNvPr>
          <p:cNvSpPr>
            <a:spLocks xmlns:a="http://schemas.openxmlformats.org/drawingml/2006/main" noGrp="1"/>
          </p:cNvSpPr>
          <p:nvPr/>
        </p:nvSpPr>
        <p:spPr>
          <a:xfrm xmlns:a="http://schemas.openxmlformats.org/drawingml/2006/main">
            <a:off x="419100" y="1304925"/>
            <a:ext cx="11353800" cy="0"/>
          </a:xfrm>
          <a:prstGeom xmlns:a="http://schemas.openxmlformats.org/drawingml/2006/main" prst="line">
            <a:avLst/>
          </a:prstGeom>
          <a:noFill xmlns:a="http://schemas.openxmlformats.org/drawingml/2006/main"/>
          <a:ln xmlns:a="http://schemas.openxmlformats.org/drawingml/2006/main" w="9525">
            <a:solidFill>
              <a:srgbClr val="D6DFEB"/>
            </a:solidFill>
          </a:ln>
        </p:spPr>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5b150d3707154ec4"/>
          <a:srcRect xmlns:a="http://schemas.openxmlformats.org/drawingml/2006/main" l="0" t="30919" r="0" b="30919"/>
          <a:stretch xmlns:a="http://schemas.openxmlformats.org/drawingml/2006/main">
            <a:fillRect l="0" t="0" r="0" b="0"/>
          </a:stretch>
        </p:blipFill>
        <p:spPr>
          <a:xfrm xmlns:a="http://schemas.openxmlformats.org/drawingml/2006/main">
            <a:off x="552450" y="1543050"/>
            <a:ext cx="11087100" cy="2381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F65BD0A-ED33-48D1-AFB4-20B6E97A49D2}"/>
              </a:ext>
            </a:extLst>
          </p:cNvPr>
          <p:cNvSpPr>
            <a:spLocks xmlns:a="http://schemas.openxmlformats.org/drawingml/2006/main" noGrp="1"/>
          </p:cNvSpPr>
          <p:nvPr/>
        </p:nvSpPr>
        <p:spPr>
          <a:xfrm xmlns:a="http://schemas.openxmlformats.org/drawingml/2006/main">
            <a:off x="3409950" y="4067175"/>
            <a:ext cx="4533900" cy="0"/>
          </a:xfrm>
          <a:prstGeom xmlns:a="http://schemas.openxmlformats.org/drawingml/2006/main" prst="line">
            <a:avLst/>
          </a:prstGeom>
          <a:noFill xmlns:a="http://schemas.openxmlformats.org/drawingml/2006/main"/>
          <a:ln xmlns:a="http://schemas.openxmlformats.org/drawingml/2006/main" w="19050">
            <a:solidFill>
              <a:srgbClr val="2667D8"/>
            </a:solidFill>
          </a:ln>
        </p:spPr>
      </p:sp>
      <p:sp>
        <p:nvSpPr>
          <p:cNvPr id="6" name="">
            <a:extLst xmlns:a="http://schemas.openxmlformats.org/drawingml/2006/main">
              <a:ext uri="{FF2B5EF4-FFF2-40B4-BE49-F238E27FC236}">
                <a16:creationId xmlns:a16="http://schemas.microsoft.com/office/drawing/2014/main" id="{42778C37-9373-4A53-B7FE-09488B2408C4}"/>
              </a:ext>
            </a:extLst>
          </p:cNvPr>
          <p:cNvSpPr>
            <a:spLocks xmlns:a="http://schemas.openxmlformats.org/drawingml/2006/main" noGrp="1"/>
          </p:cNvSpPr>
          <p:nvPr/>
        </p:nvSpPr>
        <p:spPr>
          <a:xfrm xmlns:a="http://schemas.openxmlformats.org/drawingml/2006/main">
            <a:off x="3238500" y="4191000"/>
            <a:ext cx="1466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1350" b="1">
                <a:solidFill>
                  <a:srgbClr val="2667D8"/>
                </a:solidFill>
                <a:latin typeface="Arial"/>
                <a:ea typeface="Arial"/>
                <a:cs typeface="Arial"/>
              </a:defRPr>
            </a:pPr>
            <a:r>
              <a:rPr sz="1350" b="1">
                <a:solidFill>
                  <a:srgbClr val="2667D8"/>
                </a:solidFill>
                <a:latin typeface="Arial"/>
                <a:ea typeface="Arial"/>
                <a:cs typeface="Arial"/>
              </a:rPr>
              <a:t>1. coeff_token</a:t>
            </a:r>
          </a:p>
        </p:txBody>
      </p:sp>
      <p:sp>
        <p:nvSpPr>
          <p:cNvPr id="7" name="">
            <a:extLst xmlns:a="http://schemas.openxmlformats.org/drawingml/2006/main">
              <a:ext uri="{FF2B5EF4-FFF2-40B4-BE49-F238E27FC236}">
                <a16:creationId xmlns:a16="http://schemas.microsoft.com/office/drawing/2014/main" id="{841D22DC-1EEE-47D3-A97D-FAD3A8665922}"/>
              </a:ext>
            </a:extLst>
          </p:cNvPr>
          <p:cNvSpPr>
            <a:spLocks xmlns:a="http://schemas.openxmlformats.org/drawingml/2006/main" noGrp="1"/>
          </p:cNvSpPr>
          <p:nvPr/>
        </p:nvSpPr>
        <p:spPr>
          <a:xfrm xmlns:a="http://schemas.openxmlformats.org/drawingml/2006/main">
            <a:off x="3238500" y="4486275"/>
            <a:ext cx="1466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375"/>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Đếm coefficient ≠ 0</a:t>
            </a:r>
          </a:p>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và số trailing-one</a:t>
            </a:r>
          </a:p>
        </p:txBody>
      </p:sp>
      <p:sp>
        <p:nvSpPr>
          <p:cNvPr id="8" name="">
            <a:extLst xmlns:a="http://schemas.openxmlformats.org/drawingml/2006/main">
              <a:ext uri="{FF2B5EF4-FFF2-40B4-BE49-F238E27FC236}">
                <a16:creationId xmlns:a16="http://schemas.microsoft.com/office/drawing/2014/main" id="{BC5B2797-6395-4F4C-874E-02DFBE80FCD5}"/>
              </a:ext>
            </a:extLst>
          </p:cNvPr>
          <p:cNvSpPr>
            <a:spLocks xmlns:a="http://schemas.openxmlformats.org/drawingml/2006/main" noGrp="1"/>
          </p:cNvSpPr>
          <p:nvPr/>
        </p:nvSpPr>
        <p:spPr>
          <a:xfrm xmlns:a="http://schemas.openxmlformats.org/drawingml/2006/main">
            <a:off x="4933950" y="4067175"/>
            <a:ext cx="6343650" cy="0"/>
          </a:xfrm>
          <a:prstGeom xmlns:a="http://schemas.openxmlformats.org/drawingml/2006/main" prst="line">
            <a:avLst/>
          </a:prstGeom>
          <a:noFill xmlns:a="http://schemas.openxmlformats.org/drawingml/2006/main"/>
          <a:ln xmlns:a="http://schemas.openxmlformats.org/drawingml/2006/main" w="19050">
            <a:solidFill>
              <a:srgbClr val="F2994A"/>
            </a:solidFill>
          </a:ln>
        </p:spPr>
      </p:sp>
      <p:sp>
        <p:nvSpPr>
          <p:cNvPr id="9" name="">
            <a:extLst xmlns:a="http://schemas.openxmlformats.org/drawingml/2006/main">
              <a:ext uri="{FF2B5EF4-FFF2-40B4-BE49-F238E27FC236}">
                <a16:creationId xmlns:a16="http://schemas.microsoft.com/office/drawing/2014/main" id="{5ED77F19-2046-4AB9-A441-67CD1A02AF25}"/>
              </a:ext>
            </a:extLst>
          </p:cNvPr>
          <p:cNvSpPr>
            <a:spLocks xmlns:a="http://schemas.openxmlformats.org/drawingml/2006/main" noGrp="1"/>
          </p:cNvSpPr>
          <p:nvPr/>
        </p:nvSpPr>
        <p:spPr>
          <a:xfrm xmlns:a="http://schemas.openxmlformats.org/drawingml/2006/main">
            <a:off x="4762500" y="4191000"/>
            <a:ext cx="1752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1350" b="1">
                <a:solidFill>
                  <a:srgbClr val="F2994A"/>
                </a:solidFill>
                <a:latin typeface="Arial"/>
                <a:ea typeface="Arial"/>
                <a:cs typeface="Arial"/>
              </a:defRPr>
            </a:pPr>
            <a:r>
              <a:rPr sz="1350" b="1">
                <a:solidFill>
                  <a:srgbClr val="F2994A"/>
                </a:solidFill>
                <a:latin typeface="Arial"/>
                <a:ea typeface="Arial"/>
                <a:cs typeface="Arial"/>
              </a:rPr>
              <a:t>2. T1 signs</a:t>
            </a:r>
          </a:p>
        </p:txBody>
      </p:sp>
      <p:sp>
        <p:nvSpPr>
          <p:cNvPr id="10" name="">
            <a:extLst xmlns:a="http://schemas.openxmlformats.org/drawingml/2006/main">
              <a:ext uri="{FF2B5EF4-FFF2-40B4-BE49-F238E27FC236}">
                <a16:creationId xmlns:a16="http://schemas.microsoft.com/office/drawing/2014/main" id="{68D9E8C5-CAAB-4A54-B173-28686C59C0C8}"/>
              </a:ext>
            </a:extLst>
          </p:cNvPr>
          <p:cNvSpPr>
            <a:spLocks xmlns:a="http://schemas.openxmlformats.org/drawingml/2006/main" noGrp="1"/>
          </p:cNvSpPr>
          <p:nvPr/>
        </p:nvSpPr>
        <p:spPr>
          <a:xfrm xmlns:a="http://schemas.openxmlformats.org/drawingml/2006/main">
            <a:off x="4762500" y="4486275"/>
            <a:ext cx="1752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375"/>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Dấu của ±1</a:t>
            </a:r>
          </a:p>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Vị trí có thể nhúng</a:t>
            </a:r>
          </a:p>
        </p:txBody>
      </p:sp>
      <p:sp>
        <p:nvSpPr>
          <p:cNvPr id="11" name="">
            <a:extLst xmlns:a="http://schemas.openxmlformats.org/drawingml/2006/main">
              <a:ext uri="{FF2B5EF4-FFF2-40B4-BE49-F238E27FC236}">
                <a16:creationId xmlns:a16="http://schemas.microsoft.com/office/drawing/2014/main" id="{47D76E01-649B-4F6C-8F3B-ABDFED7684E8}"/>
              </a:ext>
            </a:extLst>
          </p:cNvPr>
          <p:cNvSpPr>
            <a:spLocks xmlns:a="http://schemas.openxmlformats.org/drawingml/2006/main" noGrp="1"/>
          </p:cNvSpPr>
          <p:nvPr/>
        </p:nvSpPr>
        <p:spPr>
          <a:xfrm xmlns:a="http://schemas.openxmlformats.org/drawingml/2006/main">
            <a:off x="6734175" y="4067175"/>
            <a:ext cx="7772400" cy="0"/>
          </a:xfrm>
          <a:prstGeom xmlns:a="http://schemas.openxmlformats.org/drawingml/2006/main" prst="line">
            <a:avLst/>
          </a:prstGeom>
          <a:noFill xmlns:a="http://schemas.openxmlformats.org/drawingml/2006/main"/>
          <a:ln xmlns:a="http://schemas.openxmlformats.org/drawingml/2006/main" w="19050">
            <a:solidFill>
              <a:srgbClr val="7555D9"/>
            </a:solidFill>
          </a:ln>
        </p:spPr>
      </p:sp>
      <p:sp>
        <p:nvSpPr>
          <p:cNvPr id="12" name="">
            <a:extLst xmlns:a="http://schemas.openxmlformats.org/drawingml/2006/main">
              <a:ext uri="{FF2B5EF4-FFF2-40B4-BE49-F238E27FC236}">
                <a16:creationId xmlns:a16="http://schemas.microsoft.com/office/drawing/2014/main" id="{FA2C3E18-4457-4001-9112-17C6BE720F2A}"/>
              </a:ext>
            </a:extLst>
          </p:cNvPr>
          <p:cNvSpPr>
            <a:spLocks xmlns:a="http://schemas.openxmlformats.org/drawingml/2006/main" noGrp="1"/>
          </p:cNvSpPr>
          <p:nvPr/>
        </p:nvSpPr>
        <p:spPr>
          <a:xfrm xmlns:a="http://schemas.openxmlformats.org/drawingml/2006/main">
            <a:off x="6562725" y="4191000"/>
            <a:ext cx="1381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1350" b="1">
                <a:solidFill>
                  <a:srgbClr val="7555D9"/>
                </a:solidFill>
                <a:latin typeface="Arial"/>
                <a:ea typeface="Arial"/>
                <a:cs typeface="Arial"/>
              </a:defRPr>
            </a:pPr>
            <a:r>
              <a:rPr sz="1350" b="1">
                <a:solidFill>
                  <a:srgbClr val="7555D9"/>
                </a:solidFill>
                <a:latin typeface="Arial"/>
                <a:ea typeface="Arial"/>
                <a:cs typeface="Arial"/>
              </a:rPr>
              <a:t>3. levels</a:t>
            </a:r>
          </a:p>
        </p:txBody>
      </p:sp>
      <p:sp>
        <p:nvSpPr>
          <p:cNvPr id="13" name="">
            <a:extLst xmlns:a="http://schemas.openxmlformats.org/drawingml/2006/main">
              <a:ext uri="{FF2B5EF4-FFF2-40B4-BE49-F238E27FC236}">
                <a16:creationId xmlns:a16="http://schemas.microsoft.com/office/drawing/2014/main" id="{462AA194-4BED-47D4-8CE6-56EE2CC70CCE}"/>
              </a:ext>
            </a:extLst>
          </p:cNvPr>
          <p:cNvSpPr>
            <a:spLocks xmlns:a="http://schemas.openxmlformats.org/drawingml/2006/main" noGrp="1"/>
          </p:cNvSpPr>
          <p:nvPr/>
        </p:nvSpPr>
        <p:spPr>
          <a:xfrm xmlns:a="http://schemas.openxmlformats.org/drawingml/2006/main">
            <a:off x="6562725" y="4486275"/>
            <a:ext cx="1381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375"/>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Magnitude của các</a:t>
            </a:r>
          </a:p>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coefficient còn lại</a:t>
            </a:r>
          </a:p>
        </p:txBody>
      </p:sp>
      <p:sp>
        <p:nvSpPr>
          <p:cNvPr id="14" name="">
            <a:extLst xmlns:a="http://schemas.openxmlformats.org/drawingml/2006/main">
              <a:ext uri="{FF2B5EF4-FFF2-40B4-BE49-F238E27FC236}">
                <a16:creationId xmlns:a16="http://schemas.microsoft.com/office/drawing/2014/main" id="{1123EF72-4630-4160-9DDE-755C15B37EF5}"/>
              </a:ext>
            </a:extLst>
          </p:cNvPr>
          <p:cNvSpPr>
            <a:spLocks xmlns:a="http://schemas.openxmlformats.org/drawingml/2006/main" noGrp="1"/>
          </p:cNvSpPr>
          <p:nvPr/>
        </p:nvSpPr>
        <p:spPr>
          <a:xfrm xmlns:a="http://schemas.openxmlformats.org/drawingml/2006/main">
            <a:off x="8181975" y="4067175"/>
            <a:ext cx="9515475" cy="0"/>
          </a:xfrm>
          <a:prstGeom xmlns:a="http://schemas.openxmlformats.org/drawingml/2006/main" prst="line">
            <a:avLst/>
          </a:prstGeom>
          <a:noFill xmlns:a="http://schemas.openxmlformats.org/drawingml/2006/main"/>
          <a:ln xmlns:a="http://schemas.openxmlformats.org/drawingml/2006/main" w="19050">
            <a:solidFill>
              <a:srgbClr val="16A4C7"/>
            </a:solidFill>
          </a:ln>
        </p:spPr>
      </p:sp>
      <p:sp>
        <p:nvSpPr>
          <p:cNvPr id="15" name="">
            <a:extLst xmlns:a="http://schemas.openxmlformats.org/drawingml/2006/main">
              <a:ext uri="{FF2B5EF4-FFF2-40B4-BE49-F238E27FC236}">
                <a16:creationId xmlns:a16="http://schemas.microsoft.com/office/drawing/2014/main" id="{E3E69AC3-1BA8-457E-B811-E9322A40FAAA}"/>
              </a:ext>
            </a:extLst>
          </p:cNvPr>
          <p:cNvSpPr>
            <a:spLocks xmlns:a="http://schemas.openxmlformats.org/drawingml/2006/main" noGrp="1"/>
          </p:cNvSpPr>
          <p:nvPr/>
        </p:nvSpPr>
        <p:spPr>
          <a:xfrm xmlns:a="http://schemas.openxmlformats.org/drawingml/2006/main">
            <a:off x="8010525" y="4191000"/>
            <a:ext cx="1676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1350" b="1">
                <a:solidFill>
                  <a:srgbClr val="16A4C7"/>
                </a:solidFill>
                <a:latin typeface="Arial"/>
                <a:ea typeface="Arial"/>
                <a:cs typeface="Arial"/>
              </a:defRPr>
            </a:pPr>
            <a:r>
              <a:rPr sz="1350" b="1">
                <a:solidFill>
                  <a:srgbClr val="16A4C7"/>
                </a:solidFill>
                <a:latin typeface="Arial"/>
                <a:ea typeface="Arial"/>
                <a:cs typeface="Arial"/>
              </a:rPr>
              <a:t>4. total_zeros</a:t>
            </a:r>
          </a:p>
        </p:txBody>
      </p:sp>
      <p:sp>
        <p:nvSpPr>
          <p:cNvPr id="16" name="">
            <a:extLst xmlns:a="http://schemas.openxmlformats.org/drawingml/2006/main">
              <a:ext uri="{FF2B5EF4-FFF2-40B4-BE49-F238E27FC236}">
                <a16:creationId xmlns:a16="http://schemas.microsoft.com/office/drawing/2014/main" id="{D73998E4-888C-4BF7-9AEF-6119DF9A592A}"/>
              </a:ext>
            </a:extLst>
          </p:cNvPr>
          <p:cNvSpPr>
            <a:spLocks xmlns:a="http://schemas.openxmlformats.org/drawingml/2006/main" noGrp="1"/>
          </p:cNvSpPr>
          <p:nvPr/>
        </p:nvSpPr>
        <p:spPr>
          <a:xfrm xmlns:a="http://schemas.openxmlformats.org/drawingml/2006/main">
            <a:off x="8010525" y="4486275"/>
            <a:ext cx="1676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375"/>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Đếm zero xen giữa</a:t>
            </a:r>
          </a:p>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các coefficient</a:t>
            </a:r>
          </a:p>
        </p:txBody>
      </p:sp>
      <p:sp>
        <p:nvSpPr>
          <p:cNvPr id="17" name="">
            <a:extLst xmlns:a="http://schemas.openxmlformats.org/drawingml/2006/main">
              <a:ext uri="{FF2B5EF4-FFF2-40B4-BE49-F238E27FC236}">
                <a16:creationId xmlns:a16="http://schemas.microsoft.com/office/drawing/2014/main" id="{3118675A-931C-4E6B-9E7D-49B659AB6392}"/>
              </a:ext>
            </a:extLst>
          </p:cNvPr>
          <p:cNvSpPr>
            <a:spLocks xmlns:a="http://schemas.openxmlformats.org/drawingml/2006/main" noGrp="1"/>
          </p:cNvSpPr>
          <p:nvPr/>
        </p:nvSpPr>
        <p:spPr>
          <a:xfrm xmlns:a="http://schemas.openxmlformats.org/drawingml/2006/main">
            <a:off x="9934575" y="4067175"/>
            <a:ext cx="11153775" cy="0"/>
          </a:xfrm>
          <a:prstGeom xmlns:a="http://schemas.openxmlformats.org/drawingml/2006/main" prst="line">
            <a:avLst/>
          </a:prstGeom>
          <a:noFill xmlns:a="http://schemas.openxmlformats.org/drawingml/2006/main"/>
          <a:ln xmlns:a="http://schemas.openxmlformats.org/drawingml/2006/main" w="19050">
            <a:solidFill>
              <a:srgbClr val="25A36F"/>
            </a:solidFill>
          </a:ln>
        </p:spPr>
      </p:sp>
      <p:sp>
        <p:nvSpPr>
          <p:cNvPr id="18" name="">
            <a:extLst xmlns:a="http://schemas.openxmlformats.org/drawingml/2006/main">
              <a:ext uri="{FF2B5EF4-FFF2-40B4-BE49-F238E27FC236}">
                <a16:creationId xmlns:a16="http://schemas.microsoft.com/office/drawing/2014/main" id="{EB7B55E7-9428-4379-B020-BC92C569F74E}"/>
              </a:ext>
            </a:extLst>
          </p:cNvPr>
          <p:cNvSpPr>
            <a:spLocks xmlns:a="http://schemas.openxmlformats.org/drawingml/2006/main" noGrp="1"/>
          </p:cNvSpPr>
          <p:nvPr/>
        </p:nvSpPr>
        <p:spPr>
          <a:xfrm xmlns:a="http://schemas.openxmlformats.org/drawingml/2006/main">
            <a:off x="9763125" y="4191000"/>
            <a:ext cx="1562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1350" b="1">
                <a:solidFill>
                  <a:srgbClr val="25A36F"/>
                </a:solidFill>
                <a:latin typeface="Arial"/>
                <a:ea typeface="Arial"/>
                <a:cs typeface="Arial"/>
              </a:defRPr>
            </a:pPr>
            <a:r>
              <a:rPr sz="1350" b="1">
                <a:solidFill>
                  <a:srgbClr val="25A36F"/>
                </a:solidFill>
                <a:latin typeface="Arial"/>
                <a:ea typeface="Arial"/>
                <a:cs typeface="Arial"/>
              </a:rPr>
              <a:t>5. run_before</a:t>
            </a:r>
          </a:p>
        </p:txBody>
      </p:sp>
      <p:sp>
        <p:nvSpPr>
          <p:cNvPr id="19" name="">
            <a:extLst xmlns:a="http://schemas.openxmlformats.org/drawingml/2006/main">
              <a:ext uri="{FF2B5EF4-FFF2-40B4-BE49-F238E27FC236}">
                <a16:creationId xmlns:a16="http://schemas.microsoft.com/office/drawing/2014/main" id="{2C2D2FE9-EE1D-48B4-AFB4-3714AA094805}"/>
              </a:ext>
            </a:extLst>
          </p:cNvPr>
          <p:cNvSpPr>
            <a:spLocks xmlns:a="http://schemas.openxmlformats.org/drawingml/2006/main" noGrp="1"/>
          </p:cNvSpPr>
          <p:nvPr/>
        </p:nvSpPr>
        <p:spPr>
          <a:xfrm xmlns:a="http://schemas.openxmlformats.org/drawingml/2006/main">
            <a:off x="9763125" y="448627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375"/>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Phân bổ zero trước</a:t>
            </a:r>
          </a:p>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từng coefficient</a:t>
            </a:r>
          </a:p>
        </p:txBody>
      </p:sp>
      <p:sp>
        <p:nvSpPr>
          <p:cNvPr id="20" name="">
            <a:extLst xmlns:a="http://schemas.openxmlformats.org/drawingml/2006/main">
              <a:ext uri="{FF2B5EF4-FFF2-40B4-BE49-F238E27FC236}">
                <a16:creationId xmlns:a16="http://schemas.microsoft.com/office/drawing/2014/main" id="{4D2B8B9C-727A-4280-A110-69DE36EC6AC7}"/>
              </a:ext>
            </a:extLst>
          </p:cNvPr>
          <p:cNvSpPr>
            <a:spLocks xmlns:a="http://schemas.openxmlformats.org/drawingml/2006/main" noGrp="1"/>
          </p:cNvSpPr>
          <p:nvPr/>
        </p:nvSpPr>
        <p:spPr>
          <a:xfrm xmlns:a="http://schemas.openxmlformats.org/drawingml/2006/main">
            <a:off x="1200150" y="5086350"/>
            <a:ext cx="97917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8772"/>
          </a:bodyPr>
          <a:lstStyle xmlns:a="http://schemas.openxmlformats.org/drawingml/2006/main"/>
          <a:p xmlns:a="http://schemas.openxmlformats.org/drawingml/2006/main">
            <a:pPr>
              <a:defRPr sz="1425" b="1">
                <a:solidFill>
                  <a:srgbClr val="0B1B35"/>
                </a:solidFill>
                <a:latin typeface="Arial"/>
                <a:ea typeface="Arial"/>
                <a:cs typeface="Arial"/>
              </a:defRPr>
            </a:pPr>
            <a:r>
              <a:rPr sz="1425" b="1">
                <a:solidFill>
                  <a:srgbClr val="0B1B35"/>
                </a:solidFill>
                <a:latin typeface="Arial"/>
                <a:ea typeface="Arial"/>
                <a:cs typeface="Arial"/>
              </a:rPr>
              <a:t>Coefficient block ở bên trái là dữ liệu gốc. Năm vùng màu còn lại là các trường CAVLC decoder đọc theo thứ tự.</a:t>
            </a:r>
          </a:p>
        </p:txBody>
      </p:sp>
      <p:sp>
        <p:nvSpPr>
          <p:cNvPr id="21" name="">
            <a:extLst xmlns:a="http://schemas.openxmlformats.org/drawingml/2006/main">
              <a:ext uri="{FF2B5EF4-FFF2-40B4-BE49-F238E27FC236}">
                <a16:creationId xmlns:a16="http://schemas.microsoft.com/office/drawing/2014/main" id="{D5DDB45A-0A2F-460E-B328-CE5FD975B401}"/>
              </a:ext>
            </a:extLst>
          </p:cNvPr>
          <p:cNvSpPr>
            <a:spLocks xmlns:a="http://schemas.openxmlformats.org/drawingml/2006/main" noGrp="1"/>
          </p:cNvSpPr>
          <p:nvPr/>
        </p:nvSpPr>
        <p:spPr>
          <a:xfrm xmlns:a="http://schemas.openxmlformats.org/drawingml/2006/main">
            <a:off x="1200150" y="5505450"/>
            <a:ext cx="9791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defRPr sz="1275" i="1">
                <a:solidFill>
                  <a:srgbClr val="63728A"/>
                </a:solidFill>
                <a:latin typeface="Arial"/>
                <a:ea typeface="Arial"/>
                <a:cs typeface="Arial"/>
              </a:defRPr>
            </a:pPr>
            <a:r>
              <a:rPr sz="1275" i="1">
                <a:solidFill>
                  <a:srgbClr val="63728A"/>
                </a:solidFill>
                <a:latin typeface="Arial"/>
                <a:ea typeface="Arial"/>
                <a:cs typeface="Arial"/>
              </a:rPr>
              <a:t>Hình 10 — Chỉ vùng cam T1 signs mang dấu ±1 mà native có thể đổi sau khi vị trí đã qua safety filter.</a:t>
            </a:r>
          </a:p>
        </p:txBody>
      </p:sp>
      <p:sp>
        <p:nvSpPr>
          <p:cNvPr id="22" name="">
            <a:extLst xmlns:a="http://schemas.openxmlformats.org/drawingml/2006/main">
              <a:ext uri="{FF2B5EF4-FFF2-40B4-BE49-F238E27FC236}">
                <a16:creationId xmlns:a16="http://schemas.microsoft.com/office/drawing/2014/main" id="{90725BEC-0399-469B-8FE0-BC97A8798CF3}"/>
              </a:ext>
            </a:extLst>
          </p:cNvPr>
          <p:cNvSpPr>
            <a:spLocks xmlns:a="http://schemas.openxmlformats.org/drawingml/2006/main" noGrp="1"/>
          </p:cNvSpPr>
          <p:nvPr/>
        </p:nvSpPr>
        <p:spPr>
          <a:xfrm xmlns:a="http://schemas.openxmlformats.org/drawingml/2006/main">
            <a:off x="400050" y="6486525"/>
            <a:ext cx="3048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23" name="">
            <a:extLst xmlns:a="http://schemas.openxmlformats.org/drawingml/2006/main">
              <a:ext uri="{FF2B5EF4-FFF2-40B4-BE49-F238E27FC236}">
                <a16:creationId xmlns:a16="http://schemas.microsoft.com/office/drawing/2014/main" id="{DC29F551-BD58-478A-AF16-112EEA271AFB}"/>
              </a:ext>
            </a:extLst>
          </p:cNvPr>
          <p:cNvSpPr>
            <a:spLocks xmlns:a="http://schemas.openxmlformats.org/drawingml/2006/main" noGrp="1"/>
          </p:cNvSpPr>
          <p:nvPr/>
        </p:nvSpPr>
        <p:spPr>
          <a:xfrm xmlns:a="http://schemas.openxmlformats.org/drawingml/2006/main">
            <a:off x="11287125" y="6457950"/>
            <a:ext cx="4762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b="1">
                <a:solidFill>
                  <a:srgbClr val="8B96A8"/>
                </a:solidFill>
                <a:latin typeface="Arial"/>
                <a:ea typeface="Arial"/>
                <a:cs typeface="Arial"/>
              </a:defRPr>
            </a:pPr>
            <a:r>
              <a:rPr sz="900" b="1">
                <a:solidFill>
                  <a:srgbClr val="8B96A8"/>
                </a:solidFill>
                <a:latin typeface="Arial"/>
                <a:ea typeface="Arial"/>
                <a:cs typeface="Arial"/>
              </a:rPr>
              <a:t>10</a:t>
            </a:r>
          </a:p>
        </p:txBody>
      </p:sp>
    </p:spTree>
    <p:extLst>
      <p:ext uri="{BB962C8B-B14F-4D97-AF65-F5344CB8AC3E}">
        <p14:creationId xmlns:p14="http://schemas.microsoft.com/office/powerpoint/2010/main" val="198382341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7A003F35-BF08-4911-B8D9-359FEFCF79B6}"/>
              </a:ext>
            </a:extLst>
          </p:cNvPr>
          <p:cNvSpPr>
            <a:spLocks xmlns:a="http://schemas.openxmlformats.org/drawingml/2006/main" noGrp="1"/>
          </p:cNvSpPr>
          <p:nvPr/>
        </p:nvSpPr>
        <p:spPr>
          <a:xfrm xmlns:a="http://schemas.openxmlformats.org/drawingml/2006/main">
            <a:off x="419100" y="3524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0213D"/>
                </a:solidFill>
                <a:latin typeface="Arial"/>
                <a:ea typeface="Arial"/>
                <a:cs typeface="Arial"/>
              </a:defRPr>
            </a:pPr>
            <a:r>
              <a:rPr sz="2700" b="1">
                <a:solidFill>
                  <a:srgbClr val="10213D"/>
                </a:solidFill>
                <a:latin typeface="Arial"/>
                <a:ea typeface="Arial"/>
                <a:cs typeface="Arial"/>
              </a:rPr>
              <a:t>Chọn vị trí an toàn để làm gì?</a:t>
            </a:r>
          </a:p>
        </p:txBody>
      </p:sp>
      <p:sp>
        <p:nvSpPr>
          <p:cNvPr id="2" name="">
            <a:extLst xmlns:a="http://schemas.openxmlformats.org/drawingml/2006/main">
              <a:ext uri="{FF2B5EF4-FFF2-40B4-BE49-F238E27FC236}">
                <a16:creationId xmlns:a16="http://schemas.microsoft.com/office/drawing/2014/main" id="{0B8352EB-D9AC-4334-8210-DFAF3288A09B}"/>
              </a:ext>
            </a:extLst>
          </p:cNvPr>
          <p:cNvSpPr>
            <a:spLocks xmlns:a="http://schemas.openxmlformats.org/drawingml/2006/main" noGrp="1"/>
          </p:cNvSpPr>
          <p:nvPr/>
        </p:nvSpPr>
        <p:spPr>
          <a:xfrm xmlns:a="http://schemas.openxmlformats.org/drawingml/2006/main">
            <a:off x="438150" y="933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625"/>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Native chỉ nhúng vào T1 sign thuộc nhánh CAVLC hỗ trợ, rồi kiểm tra lại stream sau patch.</a:t>
            </a:r>
          </a:p>
        </p:txBody>
      </p:sp>
      <p:sp>
        <p:nvSpPr>
          <p:cNvPr id="3" name="">
            <a:extLst xmlns:a="http://schemas.openxmlformats.org/drawingml/2006/main">
              <a:ext uri="{FF2B5EF4-FFF2-40B4-BE49-F238E27FC236}">
                <a16:creationId xmlns:a16="http://schemas.microsoft.com/office/drawing/2014/main" id="{EB88B296-CEF9-4386-82A9-2F4E8822FCA0}"/>
              </a:ext>
            </a:extLst>
          </p:cNvPr>
          <p:cNvSpPr>
            <a:spLocks xmlns:a="http://schemas.openxmlformats.org/drawingml/2006/main" noGrp="1"/>
          </p:cNvSpPr>
          <p:nvPr/>
        </p:nvSpPr>
        <p:spPr>
          <a:xfrm xmlns:a="http://schemas.openxmlformats.org/drawingml/2006/main">
            <a:off x="419100" y="1304925"/>
            <a:ext cx="11353800" cy="0"/>
          </a:xfrm>
          <a:prstGeom xmlns:a="http://schemas.openxmlformats.org/drawingml/2006/main" prst="line">
            <a:avLst/>
          </a:prstGeom>
          <a:noFill xmlns:a="http://schemas.openxmlformats.org/drawingml/2006/main"/>
          <a:ln xmlns:a="http://schemas.openxmlformats.org/drawingml/2006/main" w="9525">
            <a:solidFill>
              <a:srgbClr val="D6DFEB"/>
            </a:solidFill>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b635a31c7436423e"/>
          <a:stretch xmlns:a="http://schemas.openxmlformats.org/drawingml/2006/main"/>
        </p:blipFill>
        <p:spPr>
          <a:xfrm xmlns:a="http://schemas.openxmlformats.org/drawingml/2006/main">
            <a:off x="4380832" y="1828800"/>
            <a:ext cx="5449636" cy="30670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88C7A5D-47CE-4A23-984A-472C21CBBC6C}"/>
              </a:ext>
            </a:extLst>
          </p:cNvPr>
          <p:cNvSpPr>
            <a:spLocks xmlns:a="http://schemas.openxmlformats.org/drawingml/2006/main" noGrp="1"/>
          </p:cNvSpPr>
          <p:nvPr/>
        </p:nvSpPr>
        <p:spPr>
          <a:xfrm xmlns:a="http://schemas.openxmlformats.org/drawingml/2006/main">
            <a:off x="533400" y="1543050"/>
            <a:ext cx="2533650" cy="742950"/>
          </a:xfrm>
          <a:prstGeom xmlns:a="http://schemas.openxmlformats.org/drawingml/2006/main" prst="roundRect">
            <a:avLst>
              <a:gd name="adj" fmla="val 10256"/>
            </a:avLst>
          </a:prstGeom>
          <a:solidFill xmlns:a="http://schemas.openxmlformats.org/drawingml/2006/main">
            <a:srgbClr val="F5F8FC"/>
          </a:solidFill>
          <a:ln xmlns:a="http://schemas.openxmlformats.org/drawingml/2006/main" w="9525">
            <a:solidFill>
              <a:srgbClr val="D6DFEB"/>
            </a:solidFill>
          </a:ln>
        </p:spPr>
      </p:sp>
      <p:sp>
        <p:nvSpPr>
          <p:cNvPr id="6" name="">
            <a:extLst xmlns:a="http://schemas.openxmlformats.org/drawingml/2006/main">
              <a:ext uri="{FF2B5EF4-FFF2-40B4-BE49-F238E27FC236}">
                <a16:creationId xmlns:a16="http://schemas.microsoft.com/office/drawing/2014/main" id="{D7C89701-45AB-4323-AE21-C4B2AB7CE02B}"/>
              </a:ext>
            </a:extLst>
          </p:cNvPr>
          <p:cNvSpPr>
            <a:spLocks xmlns:a="http://schemas.openxmlformats.org/drawingml/2006/main" noGrp="1"/>
          </p:cNvSpPr>
          <p:nvPr/>
        </p:nvSpPr>
        <p:spPr>
          <a:xfrm xmlns:a="http://schemas.openxmlformats.org/drawingml/2006/main">
            <a:off x="742950" y="1657350"/>
            <a:ext cx="209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defRPr sz="1350" b="1">
                <a:solidFill>
                  <a:srgbClr val="2667D8"/>
                </a:solidFill>
                <a:latin typeface="Arial"/>
                <a:ea typeface="Arial"/>
                <a:cs typeface="Arial"/>
              </a:defRPr>
            </a:pPr>
            <a:r>
              <a:rPr sz="1350" b="1">
                <a:solidFill>
                  <a:srgbClr val="2667D8"/>
                </a:solidFill>
                <a:latin typeface="Arial"/>
                <a:ea typeface="Arial"/>
                <a:cs typeface="Arial"/>
              </a:rPr>
              <a:t>1. Đúng vùng hỗ trợ</a:t>
            </a:r>
          </a:p>
        </p:txBody>
      </p:sp>
      <p:sp>
        <p:nvSpPr>
          <p:cNvPr id="7" name="">
            <a:extLst xmlns:a="http://schemas.openxmlformats.org/drawingml/2006/main">
              <a:ext uri="{FF2B5EF4-FFF2-40B4-BE49-F238E27FC236}">
                <a16:creationId xmlns:a16="http://schemas.microsoft.com/office/drawing/2014/main" id="{4787F68D-9033-491D-9E14-70A85789DB7F}"/>
              </a:ext>
            </a:extLst>
          </p:cNvPr>
          <p:cNvSpPr>
            <a:spLocks xmlns:a="http://schemas.openxmlformats.org/drawingml/2006/main" noGrp="1"/>
          </p:cNvSpPr>
          <p:nvPr/>
        </p:nvSpPr>
        <p:spPr>
          <a:xfrm xmlns:a="http://schemas.openxmlformats.org/drawingml/2006/main">
            <a:off x="742950" y="198120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000"/>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Annex-B, IDR I-slice và CAVLC path</a:t>
            </a:r>
          </a:p>
        </p:txBody>
      </p:sp>
      <p:sp>
        <p:nvSpPr>
          <p:cNvPr id="8" name="">
            <a:extLst xmlns:a="http://schemas.openxmlformats.org/drawingml/2006/main">
              <a:ext uri="{FF2B5EF4-FFF2-40B4-BE49-F238E27FC236}">
                <a16:creationId xmlns:a16="http://schemas.microsoft.com/office/drawing/2014/main" id="{005E245A-0447-4AD9-8EE2-B901296A34F9}"/>
              </a:ext>
            </a:extLst>
          </p:cNvPr>
          <p:cNvSpPr>
            <a:spLocks xmlns:a="http://schemas.openxmlformats.org/drawingml/2006/main" noGrp="1"/>
          </p:cNvSpPr>
          <p:nvPr/>
        </p:nvSpPr>
        <p:spPr>
          <a:xfrm xmlns:a="http://schemas.openxmlformats.org/drawingml/2006/main">
            <a:off x="533400" y="2409825"/>
            <a:ext cx="2533650" cy="742950"/>
          </a:xfrm>
          <a:prstGeom xmlns:a="http://schemas.openxmlformats.org/drawingml/2006/main" prst="roundRect">
            <a:avLst>
              <a:gd name="adj" fmla="val 10256"/>
            </a:avLst>
          </a:prstGeom>
          <a:solidFill xmlns:a="http://schemas.openxmlformats.org/drawingml/2006/main">
            <a:srgbClr val="F5F8FC"/>
          </a:solidFill>
          <a:ln xmlns:a="http://schemas.openxmlformats.org/drawingml/2006/main" w="9525">
            <a:solidFill>
              <a:srgbClr val="D6DFEB"/>
            </a:solidFill>
          </a:ln>
        </p:spPr>
      </p:sp>
      <p:sp>
        <p:nvSpPr>
          <p:cNvPr id="9" name="">
            <a:extLst xmlns:a="http://schemas.openxmlformats.org/drawingml/2006/main">
              <a:ext uri="{FF2B5EF4-FFF2-40B4-BE49-F238E27FC236}">
                <a16:creationId xmlns:a16="http://schemas.microsoft.com/office/drawing/2014/main" id="{BC718EAE-0B4F-4E2A-AB6B-D55090479E75}"/>
              </a:ext>
            </a:extLst>
          </p:cNvPr>
          <p:cNvSpPr>
            <a:spLocks xmlns:a="http://schemas.openxmlformats.org/drawingml/2006/main" noGrp="1"/>
          </p:cNvSpPr>
          <p:nvPr/>
        </p:nvSpPr>
        <p:spPr>
          <a:xfrm xmlns:a="http://schemas.openxmlformats.org/drawingml/2006/main">
            <a:off x="742950" y="2524125"/>
            <a:ext cx="209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defRPr sz="1350" b="1">
                <a:solidFill>
                  <a:srgbClr val="F2994A"/>
                </a:solidFill>
                <a:latin typeface="Arial"/>
                <a:ea typeface="Arial"/>
                <a:cs typeface="Arial"/>
              </a:defRPr>
            </a:pPr>
            <a:r>
              <a:rPr sz="1350" b="1">
                <a:solidFill>
                  <a:srgbClr val="F2994A"/>
                </a:solidFill>
                <a:latin typeface="Arial"/>
                <a:ea typeface="Arial"/>
                <a:cs typeface="Arial"/>
              </a:rPr>
              <a:t>2. Đúng loại coefficient</a:t>
            </a:r>
          </a:p>
        </p:txBody>
      </p:sp>
      <p:sp>
        <p:nvSpPr>
          <p:cNvPr id="10" name="">
            <a:extLst xmlns:a="http://schemas.openxmlformats.org/drawingml/2006/main">
              <a:ext uri="{FF2B5EF4-FFF2-40B4-BE49-F238E27FC236}">
                <a16:creationId xmlns:a16="http://schemas.microsoft.com/office/drawing/2014/main" id="{7D6E0CC4-BE73-423C-B5A6-DBF8AF941AA4}"/>
              </a:ext>
            </a:extLst>
          </p:cNvPr>
          <p:cNvSpPr>
            <a:spLocks xmlns:a="http://schemas.openxmlformats.org/drawingml/2006/main" noGrp="1"/>
          </p:cNvSpPr>
          <p:nvPr/>
        </p:nvSpPr>
        <p:spPr>
          <a:xfrm xmlns:a="http://schemas.openxmlformats.org/drawingml/2006/main">
            <a:off x="742950" y="2847975"/>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000"/>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Trailing-one có magnitude bằng 1</a:t>
            </a:r>
          </a:p>
        </p:txBody>
      </p:sp>
      <p:sp>
        <p:nvSpPr>
          <p:cNvPr id="11" name="">
            <a:extLst xmlns:a="http://schemas.openxmlformats.org/drawingml/2006/main">
              <a:ext uri="{FF2B5EF4-FFF2-40B4-BE49-F238E27FC236}">
                <a16:creationId xmlns:a16="http://schemas.microsoft.com/office/drawing/2014/main" id="{7398C0EE-9372-4523-9FC9-3E16A6DB2B62}"/>
              </a:ext>
            </a:extLst>
          </p:cNvPr>
          <p:cNvSpPr>
            <a:spLocks xmlns:a="http://schemas.openxmlformats.org/drawingml/2006/main" noGrp="1"/>
          </p:cNvSpPr>
          <p:nvPr/>
        </p:nvSpPr>
        <p:spPr>
          <a:xfrm xmlns:a="http://schemas.openxmlformats.org/drawingml/2006/main">
            <a:off x="533400" y="3276600"/>
            <a:ext cx="2533650" cy="742950"/>
          </a:xfrm>
          <a:prstGeom xmlns:a="http://schemas.openxmlformats.org/drawingml/2006/main" prst="roundRect">
            <a:avLst>
              <a:gd name="adj" fmla="val 10256"/>
            </a:avLst>
          </a:prstGeom>
          <a:solidFill xmlns:a="http://schemas.openxmlformats.org/drawingml/2006/main">
            <a:srgbClr val="F5F8FC"/>
          </a:solidFill>
          <a:ln xmlns:a="http://schemas.openxmlformats.org/drawingml/2006/main" w="9525">
            <a:solidFill>
              <a:srgbClr val="D6DFEB"/>
            </a:solidFill>
          </a:ln>
        </p:spPr>
      </p:sp>
      <p:sp>
        <p:nvSpPr>
          <p:cNvPr id="12" name="">
            <a:extLst xmlns:a="http://schemas.openxmlformats.org/drawingml/2006/main">
              <a:ext uri="{FF2B5EF4-FFF2-40B4-BE49-F238E27FC236}">
                <a16:creationId xmlns:a16="http://schemas.microsoft.com/office/drawing/2014/main" id="{AA4B30CC-79D3-4EDD-9537-BBAF6BACB346}"/>
              </a:ext>
            </a:extLst>
          </p:cNvPr>
          <p:cNvSpPr>
            <a:spLocks xmlns:a="http://schemas.openxmlformats.org/drawingml/2006/main" noGrp="1"/>
          </p:cNvSpPr>
          <p:nvPr/>
        </p:nvSpPr>
        <p:spPr>
          <a:xfrm xmlns:a="http://schemas.openxmlformats.org/drawingml/2006/main">
            <a:off x="742950" y="3390900"/>
            <a:ext cx="209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defRPr sz="1350" b="1">
                <a:solidFill>
                  <a:srgbClr val="25A36F"/>
                </a:solidFill>
                <a:latin typeface="Arial"/>
                <a:ea typeface="Arial"/>
                <a:cs typeface="Arial"/>
              </a:defRPr>
            </a:pPr>
            <a:r>
              <a:rPr sz="1350" b="1">
                <a:solidFill>
                  <a:srgbClr val="25A36F"/>
                </a:solidFill>
                <a:latin typeface="Arial"/>
                <a:ea typeface="Arial"/>
                <a:cs typeface="Arial"/>
              </a:rPr>
              <a:t>3. Không lệch stream</a:t>
            </a:r>
          </a:p>
        </p:txBody>
      </p:sp>
      <p:sp>
        <p:nvSpPr>
          <p:cNvPr id="13" name="">
            <a:extLst xmlns:a="http://schemas.openxmlformats.org/drawingml/2006/main">
              <a:ext uri="{FF2B5EF4-FFF2-40B4-BE49-F238E27FC236}">
                <a16:creationId xmlns:a16="http://schemas.microsoft.com/office/drawing/2014/main" id="{32264DCE-6D69-4479-81D9-DD1C363AB049}"/>
              </a:ext>
            </a:extLst>
          </p:cNvPr>
          <p:cNvSpPr>
            <a:spLocks xmlns:a="http://schemas.openxmlformats.org/drawingml/2006/main" noGrp="1"/>
          </p:cNvSpPr>
          <p:nvPr/>
        </p:nvSpPr>
        <p:spPr>
          <a:xfrm xmlns:a="http://schemas.openxmlformats.org/drawingml/2006/main">
            <a:off x="742950" y="37147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000"/>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Chỉ đổi sign, giữ độ dài codeword</a:t>
            </a:r>
          </a:p>
        </p:txBody>
      </p:sp>
      <p:sp>
        <p:nvSpPr>
          <p:cNvPr id="14" name="">
            <a:extLst xmlns:a="http://schemas.openxmlformats.org/drawingml/2006/main">
              <a:ext uri="{FF2B5EF4-FFF2-40B4-BE49-F238E27FC236}">
                <a16:creationId xmlns:a16="http://schemas.microsoft.com/office/drawing/2014/main" id="{85B6DF5E-5F95-45F4-844E-873F84C3DEC7}"/>
              </a:ext>
            </a:extLst>
          </p:cNvPr>
          <p:cNvSpPr>
            <a:spLocks xmlns:a="http://schemas.openxmlformats.org/drawingml/2006/main" noGrp="1"/>
          </p:cNvSpPr>
          <p:nvPr/>
        </p:nvSpPr>
        <p:spPr>
          <a:xfrm xmlns:a="http://schemas.openxmlformats.org/drawingml/2006/main">
            <a:off x="533400" y="4143375"/>
            <a:ext cx="2533650" cy="742950"/>
          </a:xfrm>
          <a:prstGeom xmlns:a="http://schemas.openxmlformats.org/drawingml/2006/main" prst="roundRect">
            <a:avLst>
              <a:gd name="adj" fmla="val 10256"/>
            </a:avLst>
          </a:prstGeom>
          <a:solidFill xmlns:a="http://schemas.openxmlformats.org/drawingml/2006/main">
            <a:srgbClr val="F5F8FC"/>
          </a:solidFill>
          <a:ln xmlns:a="http://schemas.openxmlformats.org/drawingml/2006/main" w="9525">
            <a:solidFill>
              <a:srgbClr val="D6DFEB"/>
            </a:solidFill>
          </a:ln>
        </p:spPr>
      </p:sp>
      <p:sp>
        <p:nvSpPr>
          <p:cNvPr id="15" name="">
            <a:extLst xmlns:a="http://schemas.openxmlformats.org/drawingml/2006/main">
              <a:ext uri="{FF2B5EF4-FFF2-40B4-BE49-F238E27FC236}">
                <a16:creationId xmlns:a16="http://schemas.microsoft.com/office/drawing/2014/main" id="{0E86CE35-5E9F-4FE3-A7AE-F38D16F48ACF}"/>
              </a:ext>
            </a:extLst>
          </p:cNvPr>
          <p:cNvSpPr>
            <a:spLocks xmlns:a="http://schemas.openxmlformats.org/drawingml/2006/main" noGrp="1"/>
          </p:cNvSpPr>
          <p:nvPr/>
        </p:nvSpPr>
        <p:spPr>
          <a:xfrm xmlns:a="http://schemas.openxmlformats.org/drawingml/2006/main">
            <a:off x="742950" y="4257675"/>
            <a:ext cx="209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defRPr sz="1350" b="1">
                <a:solidFill>
                  <a:srgbClr val="16A4C7"/>
                </a:solidFill>
                <a:latin typeface="Arial"/>
                <a:ea typeface="Arial"/>
                <a:cs typeface="Arial"/>
              </a:defRPr>
            </a:pPr>
            <a:r>
              <a:rPr sz="1350" b="1">
                <a:solidFill>
                  <a:srgbClr val="16A4C7"/>
                </a:solidFill>
                <a:latin typeface="Arial"/>
                <a:ea typeface="Arial"/>
                <a:cs typeface="Arial"/>
              </a:rPr>
              <a:t>4. Qua test sau patch</a:t>
            </a:r>
          </a:p>
        </p:txBody>
      </p:sp>
      <p:sp>
        <p:nvSpPr>
          <p:cNvPr id="16" name="">
            <a:extLst xmlns:a="http://schemas.openxmlformats.org/drawingml/2006/main">
              <a:ext uri="{FF2B5EF4-FFF2-40B4-BE49-F238E27FC236}">
                <a16:creationId xmlns:a16="http://schemas.microsoft.com/office/drawing/2014/main" id="{7F92A7A0-71FC-4FB0-8280-F230D565DCD2}"/>
              </a:ext>
            </a:extLst>
          </p:cNvPr>
          <p:cNvSpPr>
            <a:spLocks xmlns:a="http://schemas.openxmlformats.org/drawingml/2006/main" noGrp="1"/>
          </p:cNvSpPr>
          <p:nvPr/>
        </p:nvSpPr>
        <p:spPr>
          <a:xfrm xmlns:a="http://schemas.openxmlformats.org/drawingml/2006/main">
            <a:off x="742950" y="4581525"/>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000"/>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Strict decode và quality gate cùng đạt</a:t>
            </a:r>
          </a:p>
        </p:txBody>
      </p:sp>
      <p:sp>
        <p:nvSpPr>
          <p:cNvPr id="17" name="">
            <a:extLst xmlns:a="http://schemas.openxmlformats.org/drawingml/2006/main">
              <a:ext uri="{FF2B5EF4-FFF2-40B4-BE49-F238E27FC236}">
                <a16:creationId xmlns:a16="http://schemas.microsoft.com/office/drawing/2014/main" id="{6926114B-D223-40D8-A153-6A204E58CBE3}"/>
              </a:ext>
            </a:extLst>
          </p:cNvPr>
          <p:cNvSpPr>
            <a:spLocks xmlns:a="http://schemas.openxmlformats.org/drawingml/2006/main" noGrp="1"/>
          </p:cNvSpPr>
          <p:nvPr/>
        </p:nvSpPr>
        <p:spPr>
          <a:xfrm xmlns:a="http://schemas.openxmlformats.org/drawingml/2006/main">
            <a:off x="3295650" y="502920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defRPr sz="1275" i="1">
                <a:solidFill>
                  <a:srgbClr val="63728A"/>
                </a:solidFill>
                <a:latin typeface="Arial"/>
                <a:ea typeface="Arial"/>
                <a:cs typeface="Arial"/>
              </a:defRPr>
            </a:pPr>
            <a:r>
              <a:rPr sz="1275" i="1">
                <a:solidFill>
                  <a:srgbClr val="63728A"/>
                </a:solidFill>
                <a:latin typeface="Arial"/>
                <a:ea typeface="Arial"/>
                <a:cs typeface="Arial"/>
              </a:rPr>
              <a:t>Hình 11 — Dấu tích: patch an toàn chỉ đổi sign bit. Dấu X: sửa sai có thể làm decoder đọc lệch phần còn lại của stream.</a:t>
            </a:r>
          </a:p>
        </p:txBody>
      </p:sp>
      <p:sp>
        <p:nvSpPr>
          <p:cNvPr id="18" name="">
            <a:extLst xmlns:a="http://schemas.openxmlformats.org/drawingml/2006/main">
              <a:ext uri="{FF2B5EF4-FFF2-40B4-BE49-F238E27FC236}">
                <a16:creationId xmlns:a16="http://schemas.microsoft.com/office/drawing/2014/main" id="{C744EF29-CB17-41FD-B162-46656375D163}"/>
              </a:ext>
            </a:extLst>
          </p:cNvPr>
          <p:cNvSpPr>
            <a:spLocks xmlns:a="http://schemas.openxmlformats.org/drawingml/2006/main" noGrp="1"/>
          </p:cNvSpPr>
          <p:nvPr/>
        </p:nvSpPr>
        <p:spPr>
          <a:xfrm xmlns:a="http://schemas.openxmlformats.org/drawingml/2006/main">
            <a:off x="1200150" y="5476875"/>
            <a:ext cx="9639300" cy="552450"/>
          </a:xfrm>
          <a:prstGeom xmlns:a="http://schemas.openxmlformats.org/drawingml/2006/main" prst="roundRect">
            <a:avLst>
              <a:gd name="adj" fmla="val 13793"/>
            </a:avLst>
          </a:prstGeom>
          <a:solidFill xmlns:a="http://schemas.openxmlformats.org/drawingml/2006/main">
            <a:srgbClr val="FFF0F0"/>
          </a:solidFill>
          <a:ln xmlns:a="http://schemas.openxmlformats.org/drawingml/2006/main" w="9525">
            <a:solidFill>
              <a:srgbClr val="F1B6B6"/>
            </a:solidFill>
          </a:ln>
        </p:spPr>
      </p:sp>
      <p:sp>
        <p:nvSpPr>
          <p:cNvPr id="19" name="">
            <a:extLst xmlns:a="http://schemas.openxmlformats.org/drawingml/2006/main">
              <a:ext uri="{FF2B5EF4-FFF2-40B4-BE49-F238E27FC236}">
                <a16:creationId xmlns:a16="http://schemas.microsoft.com/office/drawing/2014/main" id="{1B73FB39-F3D0-43FE-A68E-5426DD1FE804}"/>
              </a:ext>
            </a:extLst>
          </p:cNvPr>
          <p:cNvSpPr>
            <a:spLocks xmlns:a="http://schemas.openxmlformats.org/drawingml/2006/main" noGrp="1"/>
          </p:cNvSpPr>
          <p:nvPr/>
        </p:nvSpPr>
        <p:spPr>
          <a:xfrm xmlns:a="http://schemas.openxmlformats.org/drawingml/2006/main">
            <a:off x="1466850" y="5619750"/>
            <a:ext cx="9124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914"/>
          </a:bodyPr>
          <a:lstStyle xmlns:a="http://schemas.openxmlformats.org/drawingml/2006/main"/>
          <a:p xmlns:a="http://schemas.openxmlformats.org/drawingml/2006/main">
            <a:pPr>
              <a:defRPr sz="1350" b="1">
                <a:solidFill>
                  <a:srgbClr val="A92B2B"/>
                </a:solidFill>
                <a:latin typeface="Arial"/>
                <a:ea typeface="Arial"/>
                <a:cs typeface="Arial"/>
              </a:defRPr>
            </a:pPr>
            <a:r>
              <a:rPr sz="1350" b="1">
                <a:solidFill>
                  <a:srgbClr val="A92B2B"/>
                </a:solidFill>
                <a:latin typeface="Arial"/>
                <a:ea typeface="Arial"/>
                <a:cs typeface="Arial"/>
              </a:rPr>
              <a:t>Vì sao phải lọc? Nếu chọn sai vị trí, video có thể không decode, payload đọc lại sai hoặc chất lượng giảm thấy rõ. An toàn giữ cả video lẫn đường extract hoạt động ổn định.</a:t>
            </a:r>
          </a:p>
        </p:txBody>
      </p:sp>
      <p:sp>
        <p:nvSpPr>
          <p:cNvPr id="20" name="">
            <a:extLst xmlns:a="http://schemas.openxmlformats.org/drawingml/2006/main">
              <a:ext uri="{FF2B5EF4-FFF2-40B4-BE49-F238E27FC236}">
                <a16:creationId xmlns:a16="http://schemas.microsoft.com/office/drawing/2014/main" id="{529D0CC5-B641-43E0-AFBC-74A15010133F}"/>
              </a:ext>
            </a:extLst>
          </p:cNvPr>
          <p:cNvSpPr>
            <a:spLocks xmlns:a="http://schemas.openxmlformats.org/drawingml/2006/main" noGrp="1"/>
          </p:cNvSpPr>
          <p:nvPr/>
        </p:nvSpPr>
        <p:spPr>
          <a:xfrm xmlns:a="http://schemas.openxmlformats.org/drawingml/2006/main">
            <a:off x="400050" y="6486525"/>
            <a:ext cx="3048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21" name="">
            <a:extLst xmlns:a="http://schemas.openxmlformats.org/drawingml/2006/main">
              <a:ext uri="{FF2B5EF4-FFF2-40B4-BE49-F238E27FC236}">
                <a16:creationId xmlns:a16="http://schemas.microsoft.com/office/drawing/2014/main" id="{24C16F2D-E1DF-4DC6-9A91-8B51CC2DECD2}"/>
              </a:ext>
            </a:extLst>
          </p:cNvPr>
          <p:cNvSpPr>
            <a:spLocks xmlns:a="http://schemas.openxmlformats.org/drawingml/2006/main" noGrp="1"/>
          </p:cNvSpPr>
          <p:nvPr/>
        </p:nvSpPr>
        <p:spPr>
          <a:xfrm xmlns:a="http://schemas.openxmlformats.org/drawingml/2006/main">
            <a:off x="11287125" y="6457950"/>
            <a:ext cx="4762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b="1">
                <a:solidFill>
                  <a:srgbClr val="8B96A8"/>
                </a:solidFill>
                <a:latin typeface="Arial"/>
                <a:ea typeface="Arial"/>
                <a:cs typeface="Arial"/>
              </a:defRPr>
            </a:pPr>
            <a:r>
              <a:rPr sz="900" b="1">
                <a:solidFill>
                  <a:srgbClr val="8B96A8"/>
                </a:solidFill>
                <a:latin typeface="Arial"/>
                <a:ea typeface="Arial"/>
                <a:cs typeface="Arial"/>
              </a:rPr>
              <a:t>11</a:t>
            </a:r>
          </a:p>
        </p:txBody>
      </p:sp>
    </p:spTree>
    <p:extLst>
      <p:ext uri="{BB962C8B-B14F-4D97-AF65-F5344CB8AC3E}">
        <p14:creationId xmlns:p14="http://schemas.microsoft.com/office/powerpoint/2010/main" val="59534731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9324E49-F0FC-4D68-A00B-778B81F0512C}"/>
              </a:ext>
            </a:extLst>
          </p:cNvPr>
          <p:cNvSpPr>
            <a:spLocks xmlns:a="http://schemas.openxmlformats.org/drawingml/2006/main" noGrp="1"/>
          </p:cNvSpPr>
          <p:nvPr/>
        </p:nvSpPr>
        <p:spPr>
          <a:xfrm xmlns:a="http://schemas.openxmlformats.org/drawingml/2006/main">
            <a:off x="419100" y="3524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0213D"/>
                </a:solidFill>
                <a:latin typeface="Arial"/>
                <a:ea typeface="Arial"/>
                <a:cs typeface="Arial"/>
              </a:defRPr>
            </a:pPr>
            <a:r>
              <a:rPr sz="2700" b="1">
                <a:solidFill>
                  <a:srgbClr val="10213D"/>
                </a:solidFill>
                <a:latin typeface="Arial"/>
                <a:ea typeface="Arial"/>
                <a:cs typeface="Arial"/>
              </a:rPr>
              <a:t>Nhúng một payload bit vào dấu T1</a:t>
            </a:r>
          </a:p>
        </p:txBody>
      </p:sp>
      <p:sp>
        <p:nvSpPr>
          <p:cNvPr id="2" name="">
            <a:extLst xmlns:a="http://schemas.openxmlformats.org/drawingml/2006/main">
              <a:ext uri="{FF2B5EF4-FFF2-40B4-BE49-F238E27FC236}">
                <a16:creationId xmlns:a16="http://schemas.microsoft.com/office/drawing/2014/main" id="{91C2B77D-E7E2-46B2-A0D9-D21C6601B131}"/>
              </a:ext>
            </a:extLst>
          </p:cNvPr>
          <p:cNvSpPr>
            <a:spLocks xmlns:a="http://schemas.openxmlformats.org/drawingml/2006/main" noGrp="1"/>
          </p:cNvSpPr>
          <p:nvPr/>
        </p:nvSpPr>
        <p:spPr>
          <a:xfrm xmlns:a="http://schemas.openxmlformats.org/drawingml/2006/main">
            <a:off x="438150" y="933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625"/>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Bit 0/1 được biểu diễn bằng lựa chọn dấu âm/dương của một coefficient trailing-one. Không thay đổi magnitude.</a:t>
            </a:r>
          </a:p>
        </p:txBody>
      </p:sp>
      <p:sp>
        <p:nvSpPr>
          <p:cNvPr id="3" name="">
            <a:extLst xmlns:a="http://schemas.openxmlformats.org/drawingml/2006/main">
              <a:ext uri="{FF2B5EF4-FFF2-40B4-BE49-F238E27FC236}">
                <a16:creationId xmlns:a16="http://schemas.microsoft.com/office/drawing/2014/main" id="{3C426B13-D2C9-4021-9A23-2BBE9A2D3A4F}"/>
              </a:ext>
            </a:extLst>
          </p:cNvPr>
          <p:cNvSpPr>
            <a:spLocks xmlns:a="http://schemas.openxmlformats.org/drawingml/2006/main" noGrp="1"/>
          </p:cNvSpPr>
          <p:nvPr/>
        </p:nvSpPr>
        <p:spPr>
          <a:xfrm xmlns:a="http://schemas.openxmlformats.org/drawingml/2006/main">
            <a:off x="419100" y="1304925"/>
            <a:ext cx="11353800" cy="0"/>
          </a:xfrm>
          <a:prstGeom xmlns:a="http://schemas.openxmlformats.org/drawingml/2006/main" prst="line">
            <a:avLst/>
          </a:prstGeom>
          <a:noFill xmlns:a="http://schemas.openxmlformats.org/drawingml/2006/main"/>
          <a:ln xmlns:a="http://schemas.openxmlformats.org/drawingml/2006/main" w="9525">
            <a:solidFill>
              <a:srgbClr val="D6DFEB"/>
            </a:solidFill>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ebde14ec28d540f7"/>
          <a:stretch xmlns:a="http://schemas.openxmlformats.org/drawingml/2006/main"/>
        </p:blipFill>
        <p:spPr>
          <a:xfrm xmlns:a="http://schemas.openxmlformats.org/drawingml/2006/main">
            <a:off x="3088735" y="1676400"/>
            <a:ext cx="6014531" cy="338137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6B07B36-47DE-41C8-B26B-7787E507A350}"/>
              </a:ext>
            </a:extLst>
          </p:cNvPr>
          <p:cNvSpPr>
            <a:spLocks xmlns:a="http://schemas.openxmlformats.org/drawingml/2006/main" noGrp="1"/>
          </p:cNvSpPr>
          <p:nvPr/>
        </p:nvSpPr>
        <p:spPr>
          <a:xfrm xmlns:a="http://schemas.openxmlformats.org/drawingml/2006/main">
            <a:off x="1885950" y="5172075"/>
            <a:ext cx="240030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2667D8"/>
            </a:solidFill>
          </a:ln>
        </p:spPr>
      </p:sp>
      <p:sp>
        <p:nvSpPr>
          <p:cNvPr id="6" name="">
            <a:extLst xmlns:a="http://schemas.openxmlformats.org/drawingml/2006/main">
              <a:ext uri="{FF2B5EF4-FFF2-40B4-BE49-F238E27FC236}">
                <a16:creationId xmlns:a16="http://schemas.microsoft.com/office/drawing/2014/main" id="{96F80742-87FB-4FDD-A142-4F51B193855D}"/>
              </a:ext>
            </a:extLst>
          </p:cNvPr>
          <p:cNvSpPr>
            <a:spLocks xmlns:a="http://schemas.openxmlformats.org/drawingml/2006/main" noGrp="1"/>
          </p:cNvSpPr>
          <p:nvPr/>
        </p:nvSpPr>
        <p:spPr>
          <a:xfrm xmlns:a="http://schemas.openxmlformats.org/drawingml/2006/main">
            <a:off x="2019300" y="5314950"/>
            <a:ext cx="2133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158"/>
          </a:bodyPr>
          <a:lstStyle xmlns:a="http://schemas.openxmlformats.org/drawingml/2006/main"/>
          <a:p xmlns:a="http://schemas.openxmlformats.org/drawingml/2006/main">
            <a:pPr>
              <a:defRPr sz="1425" b="1">
                <a:solidFill>
                  <a:srgbClr val="2667D8"/>
                </a:solidFill>
                <a:latin typeface="Arial"/>
                <a:ea typeface="Arial"/>
                <a:cs typeface="Arial"/>
              </a:defRPr>
            </a:pPr>
            <a:r>
              <a:rPr sz="1425" b="1">
                <a:solidFill>
                  <a:srgbClr val="2667D8"/>
                </a:solidFill>
                <a:latin typeface="Arial"/>
                <a:ea typeface="Arial"/>
                <a:cs typeface="Arial"/>
              </a:rPr>
              <a:t>Payload bit</a:t>
            </a:r>
          </a:p>
        </p:txBody>
      </p:sp>
      <p:sp>
        <p:nvSpPr>
          <p:cNvPr id="7" name="">
            <a:extLst xmlns:a="http://schemas.openxmlformats.org/drawingml/2006/main">
              <a:ext uri="{FF2B5EF4-FFF2-40B4-BE49-F238E27FC236}">
                <a16:creationId xmlns:a16="http://schemas.microsoft.com/office/drawing/2014/main" id="{5B0F6A43-1C25-4023-AA66-35078D16DFDB}"/>
              </a:ext>
            </a:extLst>
          </p:cNvPr>
          <p:cNvSpPr>
            <a:spLocks xmlns:a="http://schemas.openxmlformats.org/drawingml/2006/main" noGrp="1"/>
          </p:cNvSpPr>
          <p:nvPr/>
        </p:nvSpPr>
        <p:spPr>
          <a:xfrm xmlns:a="http://schemas.openxmlformats.org/drawingml/2006/main">
            <a:off x="2019300" y="5619750"/>
            <a:ext cx="2133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784"/>
          </a:bodyPr>
          <a:lstStyle xmlns:a="http://schemas.openxmlformats.org/drawingml/2006/main"/>
          <a:p xmlns:a="http://schemas.openxmlformats.org/drawingml/2006/main">
            <a:pPr>
              <a:defRPr sz="1275">
                <a:solidFill>
                  <a:srgbClr val="5A6780"/>
                </a:solidFill>
                <a:latin typeface="Arial"/>
                <a:ea typeface="Arial"/>
                <a:cs typeface="Arial"/>
              </a:defRPr>
            </a:pPr>
            <a:r>
              <a:rPr sz="1275">
                <a:solidFill>
                  <a:srgbClr val="5A6780"/>
                </a:solidFill>
                <a:latin typeface="Arial"/>
                <a:ea typeface="Arial"/>
                <a:cs typeface="Arial"/>
              </a:rPr>
              <a:t>ví dụ: 1</a:t>
            </a:r>
          </a:p>
        </p:txBody>
      </p:sp>
      <p:sp>
        <p:nvSpPr>
          <p:cNvPr id="8" name="">
            <a:extLst xmlns:a="http://schemas.openxmlformats.org/drawingml/2006/main">
              <a:ext uri="{FF2B5EF4-FFF2-40B4-BE49-F238E27FC236}">
                <a16:creationId xmlns:a16="http://schemas.microsoft.com/office/drawing/2014/main" id="{E5893772-39C9-4CAF-94C3-B0043FA628E2}"/>
              </a:ext>
            </a:extLst>
          </p:cNvPr>
          <p:cNvSpPr>
            <a:spLocks xmlns:a="http://schemas.openxmlformats.org/drawingml/2006/main" noGrp="1"/>
          </p:cNvSpPr>
          <p:nvPr/>
        </p:nvSpPr>
        <p:spPr>
          <a:xfrm xmlns:a="http://schemas.openxmlformats.org/drawingml/2006/main">
            <a:off x="4305300" y="5562600"/>
            <a:ext cx="266700" cy="0"/>
          </a:xfrm>
          <a:prstGeom xmlns:a="http://schemas.openxmlformats.org/drawingml/2006/main" prst="line">
            <a:avLst/>
          </a:prstGeom>
          <a:noFill xmlns:a="http://schemas.openxmlformats.org/drawingml/2006/main"/>
          <a:ln xmlns:a="http://schemas.openxmlformats.org/drawingml/2006/main" w="19050">
            <a:solidFill>
              <a:srgbClr val="D6DFEB"/>
            </a:solidFill>
          </a:ln>
        </p:spPr>
      </p:sp>
      <p:sp>
        <p:nvSpPr>
          <p:cNvPr id="9" name="">
            <a:extLst xmlns:a="http://schemas.openxmlformats.org/drawingml/2006/main">
              <a:ext uri="{FF2B5EF4-FFF2-40B4-BE49-F238E27FC236}">
                <a16:creationId xmlns:a16="http://schemas.microsoft.com/office/drawing/2014/main" id="{5B61E704-3325-46F4-BD92-C6BA81F5FEFC}"/>
              </a:ext>
            </a:extLst>
          </p:cNvPr>
          <p:cNvSpPr>
            <a:spLocks xmlns:a="http://schemas.openxmlformats.org/drawingml/2006/main" noGrp="1"/>
          </p:cNvSpPr>
          <p:nvPr/>
        </p:nvSpPr>
        <p:spPr>
          <a:xfrm xmlns:a="http://schemas.openxmlformats.org/drawingml/2006/main">
            <a:off x="4514850" y="5486400"/>
            <a:ext cx="152400" cy="152400"/>
          </a:xfrm>
          <a:prstGeom xmlns:a="http://schemas.openxmlformats.org/drawingml/2006/main" prst="triangle">
            <a:avLst/>
          </a:prstGeom>
          <a:solidFill xmlns:a="http://schemas.openxmlformats.org/drawingml/2006/main">
            <a:srgbClr val="D6DFEB"/>
          </a:solidFill>
          <a:ln xmlns:a="http://schemas.openxmlformats.org/drawingml/2006/main" w="0">
            <a:solidFill>
              <a:srgbClr val="D6DFEB"/>
            </a:solidFill>
          </a:ln>
        </p:spPr>
      </p:sp>
      <p:sp>
        <p:nvSpPr>
          <p:cNvPr id="10" name="">
            <a:extLst xmlns:a="http://schemas.openxmlformats.org/drawingml/2006/main">
              <a:ext uri="{FF2B5EF4-FFF2-40B4-BE49-F238E27FC236}">
                <a16:creationId xmlns:a16="http://schemas.microsoft.com/office/drawing/2014/main" id="{5D4014B3-66DF-4E78-9362-DA7D5E4324D2}"/>
              </a:ext>
            </a:extLst>
          </p:cNvPr>
          <p:cNvSpPr>
            <a:spLocks xmlns:a="http://schemas.openxmlformats.org/drawingml/2006/main" noGrp="1"/>
          </p:cNvSpPr>
          <p:nvPr/>
        </p:nvSpPr>
        <p:spPr>
          <a:xfrm xmlns:a="http://schemas.openxmlformats.org/drawingml/2006/main">
            <a:off x="4724400" y="5172075"/>
            <a:ext cx="240030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F2994A"/>
            </a:solidFill>
          </a:ln>
        </p:spPr>
      </p:sp>
      <p:sp>
        <p:nvSpPr>
          <p:cNvPr id="11" name="">
            <a:extLst xmlns:a="http://schemas.openxmlformats.org/drawingml/2006/main">
              <a:ext uri="{FF2B5EF4-FFF2-40B4-BE49-F238E27FC236}">
                <a16:creationId xmlns:a16="http://schemas.microsoft.com/office/drawing/2014/main" id="{9B27FD73-8CFF-4C1C-914E-DCF2FBE91FCC}"/>
              </a:ext>
            </a:extLst>
          </p:cNvPr>
          <p:cNvSpPr>
            <a:spLocks xmlns:a="http://schemas.openxmlformats.org/drawingml/2006/main" noGrp="1"/>
          </p:cNvSpPr>
          <p:nvPr/>
        </p:nvSpPr>
        <p:spPr>
          <a:xfrm xmlns:a="http://schemas.openxmlformats.org/drawingml/2006/main">
            <a:off x="4857750" y="5314950"/>
            <a:ext cx="2133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158"/>
          </a:bodyPr>
          <a:lstStyle xmlns:a="http://schemas.openxmlformats.org/drawingml/2006/main"/>
          <a:p xmlns:a="http://schemas.openxmlformats.org/drawingml/2006/main">
            <a:pPr>
              <a:defRPr sz="1425" b="1">
                <a:solidFill>
                  <a:srgbClr val="F2994A"/>
                </a:solidFill>
                <a:latin typeface="Arial"/>
                <a:ea typeface="Arial"/>
                <a:cs typeface="Arial"/>
              </a:defRPr>
            </a:pPr>
            <a:r>
              <a:rPr sz="1425" b="1">
                <a:solidFill>
                  <a:srgbClr val="F2994A"/>
                </a:solidFill>
                <a:latin typeface="Arial"/>
                <a:ea typeface="Arial"/>
                <a:cs typeface="Arial"/>
              </a:rPr>
              <a:t>Chọn T1 sign</a:t>
            </a:r>
          </a:p>
        </p:txBody>
      </p:sp>
      <p:sp>
        <p:nvSpPr>
          <p:cNvPr id="12" name="">
            <a:extLst xmlns:a="http://schemas.openxmlformats.org/drawingml/2006/main">
              <a:ext uri="{FF2B5EF4-FFF2-40B4-BE49-F238E27FC236}">
                <a16:creationId xmlns:a16="http://schemas.microsoft.com/office/drawing/2014/main" id="{EC3E4A48-2268-4337-8623-D147C847BDF5}"/>
              </a:ext>
            </a:extLst>
          </p:cNvPr>
          <p:cNvSpPr>
            <a:spLocks xmlns:a="http://schemas.openxmlformats.org/drawingml/2006/main" noGrp="1"/>
          </p:cNvSpPr>
          <p:nvPr/>
        </p:nvSpPr>
        <p:spPr>
          <a:xfrm xmlns:a="http://schemas.openxmlformats.org/drawingml/2006/main">
            <a:off x="4857750" y="5619750"/>
            <a:ext cx="2133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784"/>
          </a:bodyPr>
          <a:lstStyle xmlns:a="http://schemas.openxmlformats.org/drawingml/2006/main"/>
          <a:p xmlns:a="http://schemas.openxmlformats.org/drawingml/2006/main">
            <a:pPr>
              <a:defRPr sz="1275">
                <a:solidFill>
                  <a:srgbClr val="5A6780"/>
                </a:solidFill>
                <a:latin typeface="Arial"/>
                <a:ea typeface="Arial"/>
                <a:cs typeface="Arial"/>
              </a:defRPr>
            </a:pPr>
            <a:r>
              <a:rPr sz="1275">
                <a:solidFill>
                  <a:srgbClr val="5A6780"/>
                </a:solidFill>
                <a:latin typeface="Arial"/>
                <a:ea typeface="Arial"/>
                <a:cs typeface="Arial"/>
              </a:rPr>
              <a:t>một vị trí đã lọc</a:t>
            </a:r>
          </a:p>
        </p:txBody>
      </p:sp>
      <p:sp>
        <p:nvSpPr>
          <p:cNvPr id="13" name="">
            <a:extLst xmlns:a="http://schemas.openxmlformats.org/drawingml/2006/main">
              <a:ext uri="{FF2B5EF4-FFF2-40B4-BE49-F238E27FC236}">
                <a16:creationId xmlns:a16="http://schemas.microsoft.com/office/drawing/2014/main" id="{1097FAFC-7846-4096-8C81-EDA2063CAA45}"/>
              </a:ext>
            </a:extLst>
          </p:cNvPr>
          <p:cNvSpPr>
            <a:spLocks xmlns:a="http://schemas.openxmlformats.org/drawingml/2006/main" noGrp="1"/>
          </p:cNvSpPr>
          <p:nvPr/>
        </p:nvSpPr>
        <p:spPr>
          <a:xfrm xmlns:a="http://schemas.openxmlformats.org/drawingml/2006/main">
            <a:off x="7143750" y="5562600"/>
            <a:ext cx="266700" cy="0"/>
          </a:xfrm>
          <a:prstGeom xmlns:a="http://schemas.openxmlformats.org/drawingml/2006/main" prst="line">
            <a:avLst/>
          </a:prstGeom>
          <a:noFill xmlns:a="http://schemas.openxmlformats.org/drawingml/2006/main"/>
          <a:ln xmlns:a="http://schemas.openxmlformats.org/drawingml/2006/main" w="19050">
            <a:solidFill>
              <a:srgbClr val="D6DFEB"/>
            </a:solidFill>
          </a:ln>
        </p:spPr>
      </p:sp>
      <p:sp>
        <p:nvSpPr>
          <p:cNvPr id="14" name="">
            <a:extLst xmlns:a="http://schemas.openxmlformats.org/drawingml/2006/main">
              <a:ext uri="{FF2B5EF4-FFF2-40B4-BE49-F238E27FC236}">
                <a16:creationId xmlns:a16="http://schemas.microsoft.com/office/drawing/2014/main" id="{2962683A-0B38-4D85-BFD7-F0AC80EB3746}"/>
              </a:ext>
            </a:extLst>
          </p:cNvPr>
          <p:cNvSpPr>
            <a:spLocks xmlns:a="http://schemas.openxmlformats.org/drawingml/2006/main" noGrp="1"/>
          </p:cNvSpPr>
          <p:nvPr/>
        </p:nvSpPr>
        <p:spPr>
          <a:xfrm xmlns:a="http://schemas.openxmlformats.org/drawingml/2006/main">
            <a:off x="7353300" y="5486400"/>
            <a:ext cx="152400" cy="152400"/>
          </a:xfrm>
          <a:prstGeom xmlns:a="http://schemas.openxmlformats.org/drawingml/2006/main" prst="triangle">
            <a:avLst/>
          </a:prstGeom>
          <a:solidFill xmlns:a="http://schemas.openxmlformats.org/drawingml/2006/main">
            <a:srgbClr val="D6DFEB"/>
          </a:solidFill>
          <a:ln xmlns:a="http://schemas.openxmlformats.org/drawingml/2006/main" w="0">
            <a:solidFill>
              <a:srgbClr val="D6DFEB"/>
            </a:solidFill>
          </a:ln>
        </p:spPr>
      </p:sp>
      <p:sp>
        <p:nvSpPr>
          <p:cNvPr id="15" name="">
            <a:extLst xmlns:a="http://schemas.openxmlformats.org/drawingml/2006/main">
              <a:ext uri="{FF2B5EF4-FFF2-40B4-BE49-F238E27FC236}">
                <a16:creationId xmlns:a16="http://schemas.microsoft.com/office/drawing/2014/main" id="{4966E96F-EC49-4C28-BC60-A5707235A72F}"/>
              </a:ext>
            </a:extLst>
          </p:cNvPr>
          <p:cNvSpPr>
            <a:spLocks xmlns:a="http://schemas.openxmlformats.org/drawingml/2006/main" noGrp="1"/>
          </p:cNvSpPr>
          <p:nvPr/>
        </p:nvSpPr>
        <p:spPr>
          <a:xfrm xmlns:a="http://schemas.openxmlformats.org/drawingml/2006/main">
            <a:off x="7562850" y="5172075"/>
            <a:ext cx="240030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25A36F"/>
            </a:solidFill>
          </a:ln>
        </p:spPr>
      </p:sp>
      <p:sp>
        <p:nvSpPr>
          <p:cNvPr id="16" name="">
            <a:extLst xmlns:a="http://schemas.openxmlformats.org/drawingml/2006/main">
              <a:ext uri="{FF2B5EF4-FFF2-40B4-BE49-F238E27FC236}">
                <a16:creationId xmlns:a16="http://schemas.microsoft.com/office/drawing/2014/main" id="{8BE15111-2A0F-4863-9038-355F588DDCBE}"/>
              </a:ext>
            </a:extLst>
          </p:cNvPr>
          <p:cNvSpPr>
            <a:spLocks xmlns:a="http://schemas.openxmlformats.org/drawingml/2006/main" noGrp="1"/>
          </p:cNvSpPr>
          <p:nvPr/>
        </p:nvSpPr>
        <p:spPr>
          <a:xfrm xmlns:a="http://schemas.openxmlformats.org/drawingml/2006/main">
            <a:off x="7696200" y="5314950"/>
            <a:ext cx="2133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158"/>
          </a:bodyPr>
          <a:lstStyle xmlns:a="http://schemas.openxmlformats.org/drawingml/2006/main"/>
          <a:p xmlns:a="http://schemas.openxmlformats.org/drawingml/2006/main">
            <a:pPr>
              <a:defRPr sz="1425" b="1">
                <a:solidFill>
                  <a:srgbClr val="25A36F"/>
                </a:solidFill>
                <a:latin typeface="Arial"/>
                <a:ea typeface="Arial"/>
                <a:cs typeface="Arial"/>
              </a:defRPr>
            </a:pPr>
            <a:r>
              <a:rPr sz="1425" b="1">
                <a:solidFill>
                  <a:srgbClr val="25A36F"/>
                </a:solidFill>
                <a:latin typeface="Arial"/>
                <a:ea typeface="Arial"/>
                <a:cs typeface="Arial"/>
              </a:rPr>
              <a:t>Patch sign</a:t>
            </a:r>
          </a:p>
        </p:txBody>
      </p:sp>
      <p:sp>
        <p:nvSpPr>
          <p:cNvPr id="17" name="">
            <a:extLst xmlns:a="http://schemas.openxmlformats.org/drawingml/2006/main">
              <a:ext uri="{FF2B5EF4-FFF2-40B4-BE49-F238E27FC236}">
                <a16:creationId xmlns:a16="http://schemas.microsoft.com/office/drawing/2014/main" id="{A29EAB09-F643-49FD-B108-2B4DB14E2822}"/>
              </a:ext>
            </a:extLst>
          </p:cNvPr>
          <p:cNvSpPr>
            <a:spLocks xmlns:a="http://schemas.openxmlformats.org/drawingml/2006/main" noGrp="1"/>
          </p:cNvSpPr>
          <p:nvPr/>
        </p:nvSpPr>
        <p:spPr>
          <a:xfrm xmlns:a="http://schemas.openxmlformats.org/drawingml/2006/main">
            <a:off x="7696200" y="5619750"/>
            <a:ext cx="2133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784"/>
          </a:bodyPr>
          <a:lstStyle xmlns:a="http://schemas.openxmlformats.org/drawingml/2006/main"/>
          <a:p xmlns:a="http://schemas.openxmlformats.org/drawingml/2006/main">
            <a:pPr>
              <a:defRPr sz="1275">
                <a:solidFill>
                  <a:srgbClr val="5A6780"/>
                </a:solidFill>
                <a:latin typeface="Arial"/>
                <a:ea typeface="Arial"/>
                <a:cs typeface="Arial"/>
              </a:defRPr>
            </a:pPr>
            <a:r>
              <a:rPr sz="1275">
                <a:solidFill>
                  <a:srgbClr val="5A6780"/>
                </a:solidFill>
                <a:latin typeface="Arial"/>
                <a:ea typeface="Arial"/>
                <a:cs typeface="Arial"/>
              </a:rPr>
              <a:t>−1 đổi thành +1</a:t>
            </a:r>
          </a:p>
        </p:txBody>
      </p:sp>
      <p:sp>
        <p:nvSpPr>
          <p:cNvPr id="18" name="">
            <a:extLst xmlns:a="http://schemas.openxmlformats.org/drawingml/2006/main">
              <a:ext uri="{FF2B5EF4-FFF2-40B4-BE49-F238E27FC236}">
                <a16:creationId xmlns:a16="http://schemas.microsoft.com/office/drawing/2014/main" id="{A8D5C0BF-5513-48B6-91FC-DFAED4C7B1D4}"/>
              </a:ext>
            </a:extLst>
          </p:cNvPr>
          <p:cNvSpPr>
            <a:spLocks xmlns:a="http://schemas.openxmlformats.org/drawingml/2006/main" noGrp="1"/>
          </p:cNvSpPr>
          <p:nvPr/>
        </p:nvSpPr>
        <p:spPr>
          <a:xfrm xmlns:a="http://schemas.openxmlformats.org/drawingml/2006/main">
            <a:off x="1619250" y="6067425"/>
            <a:ext cx="895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defRPr sz="1275" i="1">
                <a:solidFill>
                  <a:srgbClr val="63728A"/>
                </a:solidFill>
                <a:latin typeface="Arial"/>
                <a:ea typeface="Arial"/>
                <a:cs typeface="Arial"/>
              </a:defRPr>
            </a:pPr>
            <a:r>
              <a:rPr sz="1275" i="1">
                <a:solidFill>
                  <a:srgbClr val="63728A"/>
                </a:solidFill>
                <a:latin typeface="Arial"/>
                <a:ea typeface="Arial"/>
                <a:cs typeface="Arial"/>
              </a:rPr>
              <a:t>Hình 12 — Ví dụ bit 1: đổi dấu của một trailing-one từ −1 sang +1 sau khi vị trí đã qua lọc.</a:t>
            </a:r>
          </a:p>
        </p:txBody>
      </p:sp>
      <p:sp>
        <p:nvSpPr>
          <p:cNvPr id="19" name="">
            <a:extLst xmlns:a="http://schemas.openxmlformats.org/drawingml/2006/main">
              <a:ext uri="{FF2B5EF4-FFF2-40B4-BE49-F238E27FC236}">
                <a16:creationId xmlns:a16="http://schemas.microsoft.com/office/drawing/2014/main" id="{6E483C12-A338-4571-BC12-F71B5D735353}"/>
              </a:ext>
            </a:extLst>
          </p:cNvPr>
          <p:cNvSpPr>
            <a:spLocks xmlns:a="http://schemas.openxmlformats.org/drawingml/2006/main" noGrp="1"/>
          </p:cNvSpPr>
          <p:nvPr/>
        </p:nvSpPr>
        <p:spPr>
          <a:xfrm xmlns:a="http://schemas.openxmlformats.org/drawingml/2006/main">
            <a:off x="400050" y="6486525"/>
            <a:ext cx="3048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20" name="">
            <a:extLst xmlns:a="http://schemas.openxmlformats.org/drawingml/2006/main">
              <a:ext uri="{FF2B5EF4-FFF2-40B4-BE49-F238E27FC236}">
                <a16:creationId xmlns:a16="http://schemas.microsoft.com/office/drawing/2014/main" id="{E8B69C73-178F-42F3-BC4C-177A0BBC31CD}"/>
              </a:ext>
            </a:extLst>
          </p:cNvPr>
          <p:cNvSpPr>
            <a:spLocks xmlns:a="http://schemas.openxmlformats.org/drawingml/2006/main" noGrp="1"/>
          </p:cNvSpPr>
          <p:nvPr/>
        </p:nvSpPr>
        <p:spPr>
          <a:xfrm xmlns:a="http://schemas.openxmlformats.org/drawingml/2006/main">
            <a:off x="11287125" y="6457950"/>
            <a:ext cx="4762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b="1">
                <a:solidFill>
                  <a:srgbClr val="8B96A8"/>
                </a:solidFill>
                <a:latin typeface="Arial"/>
                <a:ea typeface="Arial"/>
                <a:cs typeface="Arial"/>
              </a:defRPr>
            </a:pPr>
            <a:r>
              <a:rPr sz="900" b="1">
                <a:solidFill>
                  <a:srgbClr val="8B96A8"/>
                </a:solidFill>
                <a:latin typeface="Arial"/>
                <a:ea typeface="Arial"/>
                <a:cs typeface="Arial"/>
              </a:rPr>
              <a:t>12</a:t>
            </a:r>
          </a:p>
        </p:txBody>
      </p:sp>
    </p:spTree>
    <p:extLst>
      <p:ext uri="{BB962C8B-B14F-4D97-AF65-F5344CB8AC3E}">
        <p14:creationId xmlns:p14="http://schemas.microsoft.com/office/powerpoint/2010/main" val="104627682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288B05B-036B-438D-A209-6E9DE5A47E2F}"/>
              </a:ext>
            </a:extLst>
          </p:cNvPr>
          <p:cNvSpPr>
            <a:spLocks xmlns:a="http://schemas.openxmlformats.org/drawingml/2006/main" noGrp="1"/>
          </p:cNvSpPr>
          <p:nvPr/>
        </p:nvSpPr>
        <p:spPr>
          <a:xfrm xmlns:a="http://schemas.openxmlformats.org/drawingml/2006/main">
            <a:off x="419100" y="3524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0213D"/>
                </a:solidFill>
                <a:latin typeface="Arial"/>
                <a:ea typeface="Arial"/>
                <a:cs typeface="Arial"/>
              </a:defRPr>
            </a:pPr>
            <a:r>
              <a:rPr sz="2700" b="1">
                <a:solidFill>
                  <a:srgbClr val="10213D"/>
                </a:solidFill>
                <a:latin typeface="Arial"/>
                <a:ea typeface="Arial"/>
                <a:cs typeface="Arial"/>
              </a:rPr>
              <a:t>Sau khi patch: tạo lại stego H.264</a:t>
            </a:r>
          </a:p>
        </p:txBody>
      </p:sp>
      <p:sp>
        <p:nvSpPr>
          <p:cNvPr id="2" name="">
            <a:extLst xmlns:a="http://schemas.openxmlformats.org/drawingml/2006/main">
              <a:ext uri="{FF2B5EF4-FFF2-40B4-BE49-F238E27FC236}">
                <a16:creationId xmlns:a16="http://schemas.microsoft.com/office/drawing/2014/main" id="{D9524956-B84F-439D-BB2E-048AAF48877F}"/>
              </a:ext>
            </a:extLst>
          </p:cNvPr>
          <p:cNvSpPr>
            <a:spLocks xmlns:a="http://schemas.openxmlformats.org/drawingml/2006/main" noGrp="1"/>
          </p:cNvSpPr>
          <p:nvPr/>
        </p:nvSpPr>
        <p:spPr>
          <a:xfrm xmlns:a="http://schemas.openxmlformats.org/drawingml/2006/main">
            <a:off x="438150" y="933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625"/>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Native writer dùng context và bit offsets đã ghi để đưa block đã sửa vào stream đầu ra.</a:t>
            </a:r>
          </a:p>
        </p:txBody>
      </p:sp>
      <p:sp>
        <p:nvSpPr>
          <p:cNvPr id="3" name="">
            <a:extLst xmlns:a="http://schemas.openxmlformats.org/drawingml/2006/main">
              <a:ext uri="{FF2B5EF4-FFF2-40B4-BE49-F238E27FC236}">
                <a16:creationId xmlns:a16="http://schemas.microsoft.com/office/drawing/2014/main" id="{C1CCF4D8-C809-4079-AB73-31482F3F7D84}"/>
              </a:ext>
            </a:extLst>
          </p:cNvPr>
          <p:cNvSpPr>
            <a:spLocks xmlns:a="http://schemas.openxmlformats.org/drawingml/2006/main" noGrp="1"/>
          </p:cNvSpPr>
          <p:nvPr/>
        </p:nvSpPr>
        <p:spPr>
          <a:xfrm xmlns:a="http://schemas.openxmlformats.org/drawingml/2006/main">
            <a:off x="419100" y="1304925"/>
            <a:ext cx="11353800" cy="0"/>
          </a:xfrm>
          <a:prstGeom xmlns:a="http://schemas.openxmlformats.org/drawingml/2006/main" prst="line">
            <a:avLst/>
          </a:prstGeom>
          <a:noFill xmlns:a="http://schemas.openxmlformats.org/drawingml/2006/main"/>
          <a:ln xmlns:a="http://schemas.openxmlformats.org/drawingml/2006/main" w="9525">
            <a:solidFill>
              <a:srgbClr val="D6DFEB"/>
            </a:solidFill>
          </a:ln>
        </p:spPr>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9c4c1356485a4bef"/>
          <a:stretch xmlns:a="http://schemas.openxmlformats.org/drawingml/2006/main"/>
        </p:blipFill>
        <p:spPr>
          <a:xfrm xmlns:a="http://schemas.openxmlformats.org/drawingml/2006/main">
            <a:off x="2990384" y="1666875"/>
            <a:ext cx="6211231" cy="349567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9535A5E7-1133-49D2-BA79-A945AC7F6680}"/>
              </a:ext>
            </a:extLst>
          </p:cNvPr>
          <p:cNvSpPr>
            <a:spLocks xmlns:a="http://schemas.openxmlformats.org/drawingml/2006/main" noGrp="1"/>
          </p:cNvSpPr>
          <p:nvPr/>
        </p:nvSpPr>
        <p:spPr>
          <a:xfrm xmlns:a="http://schemas.openxmlformats.org/drawingml/2006/main">
            <a:off x="1628775" y="5343525"/>
            <a:ext cx="895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defRPr sz="1275" i="1">
                <a:solidFill>
                  <a:srgbClr val="63728A"/>
                </a:solidFill>
                <a:latin typeface="Arial"/>
                <a:ea typeface="Arial"/>
                <a:cs typeface="Arial"/>
              </a:defRPr>
            </a:pPr>
            <a:r>
              <a:rPr sz="1275" i="1">
                <a:solidFill>
                  <a:srgbClr val="63728A"/>
                </a:solidFill>
                <a:latin typeface="Arial"/>
                <a:ea typeface="Arial"/>
                <a:cs typeface="Arial"/>
              </a:rPr>
              <a:t>Hình 13 — Block đã patch được ghi lại thành stego H.264 trước khi kiểm tra decode và chất lượng.</a:t>
            </a:r>
          </a:p>
        </p:txBody>
      </p:sp>
      <p:sp>
        <p:nvSpPr>
          <p:cNvPr id="6" name="">
            <a:extLst xmlns:a="http://schemas.openxmlformats.org/drawingml/2006/main">
              <a:ext uri="{FF2B5EF4-FFF2-40B4-BE49-F238E27FC236}">
                <a16:creationId xmlns:a16="http://schemas.microsoft.com/office/drawing/2014/main" id="{45458ADB-490C-4E8E-B840-AF7649904EEC}"/>
              </a:ext>
            </a:extLst>
          </p:cNvPr>
          <p:cNvSpPr>
            <a:spLocks xmlns:a="http://schemas.openxmlformats.org/drawingml/2006/main" noGrp="1"/>
          </p:cNvSpPr>
          <p:nvPr/>
        </p:nvSpPr>
        <p:spPr>
          <a:xfrm xmlns:a="http://schemas.openxmlformats.org/drawingml/2006/main">
            <a:off x="1628775" y="5638800"/>
            <a:ext cx="8953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7544"/>
          </a:bodyPr>
          <a:lstStyle xmlns:a="http://schemas.openxmlformats.org/drawingml/2006/main"/>
          <a:p xmlns:a="http://schemas.openxmlformats.org/drawingml/2006/main">
            <a:pPr>
              <a:defRPr sz="1425">
                <a:solidFill>
                  <a:srgbClr val="5A6780"/>
                </a:solidFill>
                <a:latin typeface="Arial"/>
                <a:ea typeface="Arial"/>
                <a:cs typeface="Arial"/>
              </a:defRPr>
            </a:pPr>
            <a:r>
              <a:rPr sz="1425">
                <a:solidFill>
                  <a:srgbClr val="5A6780"/>
                </a:solidFill>
                <a:latin typeface="Arial"/>
                <a:ea typeface="Arial"/>
                <a:cs typeface="Arial"/>
              </a:rPr>
              <a:t>Sau đó hệ thống kiểm tra số bit đã áp dụng, strict decode và quality gate.</a:t>
            </a:r>
          </a:p>
        </p:txBody>
      </p:sp>
      <p:sp>
        <p:nvSpPr>
          <p:cNvPr id="7" name="">
            <a:extLst xmlns:a="http://schemas.openxmlformats.org/drawingml/2006/main">
              <a:ext uri="{FF2B5EF4-FFF2-40B4-BE49-F238E27FC236}">
                <a16:creationId xmlns:a16="http://schemas.microsoft.com/office/drawing/2014/main" id="{1D14BFF4-FCEA-46D5-B75A-3FB6BE241701}"/>
              </a:ext>
            </a:extLst>
          </p:cNvPr>
          <p:cNvSpPr>
            <a:spLocks xmlns:a="http://schemas.openxmlformats.org/drawingml/2006/main" noGrp="1"/>
          </p:cNvSpPr>
          <p:nvPr/>
        </p:nvSpPr>
        <p:spPr>
          <a:xfrm xmlns:a="http://schemas.openxmlformats.org/drawingml/2006/main">
            <a:off x="400050" y="6486525"/>
            <a:ext cx="3048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8" name="">
            <a:extLst xmlns:a="http://schemas.openxmlformats.org/drawingml/2006/main">
              <a:ext uri="{FF2B5EF4-FFF2-40B4-BE49-F238E27FC236}">
                <a16:creationId xmlns:a16="http://schemas.microsoft.com/office/drawing/2014/main" id="{41D682FF-F0E0-4752-B6D0-4B34D81B5966}"/>
              </a:ext>
            </a:extLst>
          </p:cNvPr>
          <p:cNvSpPr>
            <a:spLocks xmlns:a="http://schemas.openxmlformats.org/drawingml/2006/main" noGrp="1"/>
          </p:cNvSpPr>
          <p:nvPr/>
        </p:nvSpPr>
        <p:spPr>
          <a:xfrm xmlns:a="http://schemas.openxmlformats.org/drawingml/2006/main">
            <a:off x="11287125" y="6457950"/>
            <a:ext cx="4762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b="1">
                <a:solidFill>
                  <a:srgbClr val="8B96A8"/>
                </a:solidFill>
                <a:latin typeface="Arial"/>
                <a:ea typeface="Arial"/>
                <a:cs typeface="Arial"/>
              </a:defRPr>
            </a:pPr>
            <a:r>
              <a:rPr sz="900" b="1">
                <a:solidFill>
                  <a:srgbClr val="8B96A8"/>
                </a:solidFill>
                <a:latin typeface="Arial"/>
                <a:ea typeface="Arial"/>
                <a:cs typeface="Arial"/>
              </a:rPr>
              <a:t>13</a:t>
            </a:r>
          </a:p>
        </p:txBody>
      </p:sp>
    </p:spTree>
    <p:extLst>
      <p:ext uri="{BB962C8B-B14F-4D97-AF65-F5344CB8AC3E}">
        <p14:creationId xmlns:p14="http://schemas.microsoft.com/office/powerpoint/2010/main" val="112547833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B1053E4-8C52-4799-AA3F-D8472743B853}"/>
              </a:ext>
            </a:extLst>
          </p:cNvPr>
          <p:cNvSpPr>
            <a:spLocks xmlns:a="http://schemas.openxmlformats.org/drawingml/2006/main" noGrp="1"/>
          </p:cNvSpPr>
          <p:nvPr/>
        </p:nvSpPr>
        <p:spPr>
          <a:xfrm xmlns:a="http://schemas.openxmlformats.org/drawingml/2006/main">
            <a:off x="419100" y="3524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0213D"/>
                </a:solidFill>
                <a:latin typeface="Arial"/>
                <a:ea typeface="Arial"/>
                <a:cs typeface="Arial"/>
              </a:defRPr>
            </a:pPr>
            <a:r>
              <a:rPr sz="2700" b="1">
                <a:solidFill>
                  <a:srgbClr val="10213D"/>
                </a:solidFill>
                <a:latin typeface="Arial"/>
                <a:ea typeface="Arial"/>
                <a:cs typeface="Arial"/>
              </a:rPr>
              <a:t>Trích xuất đi ngược chiều nhúng</a:t>
            </a:r>
          </a:p>
        </p:txBody>
      </p:sp>
      <p:sp>
        <p:nvSpPr>
          <p:cNvPr id="2" name="">
            <a:extLst xmlns:a="http://schemas.openxmlformats.org/drawingml/2006/main">
              <a:ext uri="{FF2B5EF4-FFF2-40B4-BE49-F238E27FC236}">
                <a16:creationId xmlns:a16="http://schemas.microsoft.com/office/drawing/2014/main" id="{63CF0929-212E-4E39-8C91-1140D3060775}"/>
              </a:ext>
            </a:extLst>
          </p:cNvPr>
          <p:cNvSpPr>
            <a:spLocks xmlns:a="http://schemas.openxmlformats.org/drawingml/2006/main" noGrp="1"/>
          </p:cNvSpPr>
          <p:nvPr/>
        </p:nvSpPr>
        <p:spPr>
          <a:xfrm xmlns:a="http://schemas.openxmlformats.org/drawingml/2006/main">
            <a:off x="438150" y="933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625"/>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Không cần video gốc. Extractor cần stego H.264 và key để tìm lại những operating positions đã được chọn.</a:t>
            </a:r>
          </a:p>
        </p:txBody>
      </p:sp>
      <p:sp>
        <p:nvSpPr>
          <p:cNvPr id="3" name="">
            <a:extLst xmlns:a="http://schemas.openxmlformats.org/drawingml/2006/main">
              <a:ext uri="{FF2B5EF4-FFF2-40B4-BE49-F238E27FC236}">
                <a16:creationId xmlns:a16="http://schemas.microsoft.com/office/drawing/2014/main" id="{6AE9ECFD-573D-4985-9CE2-3B2142ABC9BF}"/>
              </a:ext>
            </a:extLst>
          </p:cNvPr>
          <p:cNvSpPr>
            <a:spLocks xmlns:a="http://schemas.openxmlformats.org/drawingml/2006/main" noGrp="1"/>
          </p:cNvSpPr>
          <p:nvPr/>
        </p:nvSpPr>
        <p:spPr>
          <a:xfrm xmlns:a="http://schemas.openxmlformats.org/drawingml/2006/main">
            <a:off x="419100" y="1304925"/>
            <a:ext cx="11353800" cy="0"/>
          </a:xfrm>
          <a:prstGeom xmlns:a="http://schemas.openxmlformats.org/drawingml/2006/main" prst="line">
            <a:avLst/>
          </a:prstGeom>
          <a:noFill xmlns:a="http://schemas.openxmlformats.org/drawingml/2006/main"/>
          <a:ln xmlns:a="http://schemas.openxmlformats.org/drawingml/2006/main" w="9525">
            <a:solidFill>
              <a:srgbClr val="D6DFEB"/>
            </a:solidFill>
          </a:ln>
        </p:spPr>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0502891bae4c4474"/>
          <a:stretch xmlns:a="http://schemas.openxmlformats.org/drawingml/2006/main"/>
        </p:blipFill>
        <p:spPr>
          <a:xfrm xmlns:a="http://schemas.openxmlformats.org/drawingml/2006/main">
            <a:off x="3068670" y="1752600"/>
            <a:ext cx="6092761" cy="34290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5096D94-2373-4626-85B0-8057AF01132F}"/>
              </a:ext>
            </a:extLst>
          </p:cNvPr>
          <p:cNvSpPr>
            <a:spLocks xmlns:a="http://schemas.openxmlformats.org/drawingml/2006/main" noGrp="1"/>
          </p:cNvSpPr>
          <p:nvPr/>
        </p:nvSpPr>
        <p:spPr>
          <a:xfrm xmlns:a="http://schemas.openxmlformats.org/drawingml/2006/main">
            <a:off x="1714500" y="5467350"/>
            <a:ext cx="876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defRPr sz="1275" i="1">
                <a:solidFill>
                  <a:srgbClr val="63728A"/>
                </a:solidFill>
                <a:latin typeface="Arial"/>
                <a:ea typeface="Arial"/>
                <a:cs typeface="Arial"/>
              </a:defRPr>
            </a:pPr>
            <a:r>
              <a:rPr sz="1275" i="1">
                <a:solidFill>
                  <a:srgbClr val="63728A"/>
                </a:solidFill>
                <a:latin typeface="Arial"/>
                <a:ea typeface="Arial"/>
                <a:cs typeface="Arial"/>
              </a:rPr>
              <a:t>Hình 14 — Blind extraction dùng stego H.264 và key, không cần cover video gốc.</a:t>
            </a:r>
          </a:p>
        </p:txBody>
      </p:sp>
      <p:sp>
        <p:nvSpPr>
          <p:cNvPr id="6" name="">
            <a:extLst xmlns:a="http://schemas.openxmlformats.org/drawingml/2006/main">
              <a:ext uri="{FF2B5EF4-FFF2-40B4-BE49-F238E27FC236}">
                <a16:creationId xmlns:a16="http://schemas.microsoft.com/office/drawing/2014/main" id="{5DC9CEFE-D4FC-4516-80DE-7DCEC5AF6393}"/>
              </a:ext>
            </a:extLst>
          </p:cNvPr>
          <p:cNvSpPr>
            <a:spLocks xmlns:a="http://schemas.openxmlformats.org/drawingml/2006/main" noGrp="1"/>
          </p:cNvSpPr>
          <p:nvPr/>
        </p:nvSpPr>
        <p:spPr>
          <a:xfrm xmlns:a="http://schemas.openxmlformats.org/drawingml/2006/main">
            <a:off x="1714500" y="5943600"/>
            <a:ext cx="8763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555"/>
          </a:bodyPr>
          <a:lstStyle xmlns:a="http://schemas.openxmlformats.org/drawingml/2006/main"/>
          <a:p xmlns:a="http://schemas.openxmlformats.org/drawingml/2006/main">
            <a:pPr>
              <a:defRPr sz="1350">
                <a:solidFill>
                  <a:srgbClr val="5A6780"/>
                </a:solidFill>
                <a:latin typeface="Arial"/>
                <a:ea typeface="Arial"/>
                <a:cs typeface="Arial"/>
              </a:defRPr>
            </a:pPr>
            <a:r>
              <a:rPr sz="1350">
                <a:solidFill>
                  <a:srgbClr val="5A6780"/>
                </a:solidFill>
                <a:latin typeface="Arial"/>
                <a:ea typeface="Arial"/>
                <a:cs typeface="Arial"/>
              </a:rPr>
              <a:t>Parser tách lại NAL/IDR/block, đọc các T1 sign theo rules và ghép thành blob payload trước khi giải khung message/proof.</a:t>
            </a:r>
          </a:p>
        </p:txBody>
      </p:sp>
      <p:sp>
        <p:nvSpPr>
          <p:cNvPr id="7" name="">
            <a:extLst xmlns:a="http://schemas.openxmlformats.org/drawingml/2006/main">
              <a:ext uri="{FF2B5EF4-FFF2-40B4-BE49-F238E27FC236}">
                <a16:creationId xmlns:a16="http://schemas.microsoft.com/office/drawing/2014/main" id="{8595B4D3-42CA-47B3-AB22-6615CFFB8D3E}"/>
              </a:ext>
            </a:extLst>
          </p:cNvPr>
          <p:cNvSpPr>
            <a:spLocks xmlns:a="http://schemas.openxmlformats.org/drawingml/2006/main" noGrp="1"/>
          </p:cNvSpPr>
          <p:nvPr/>
        </p:nvSpPr>
        <p:spPr>
          <a:xfrm xmlns:a="http://schemas.openxmlformats.org/drawingml/2006/main">
            <a:off x="400050" y="6486525"/>
            <a:ext cx="3048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8" name="">
            <a:extLst xmlns:a="http://schemas.openxmlformats.org/drawingml/2006/main">
              <a:ext uri="{FF2B5EF4-FFF2-40B4-BE49-F238E27FC236}">
                <a16:creationId xmlns:a16="http://schemas.microsoft.com/office/drawing/2014/main" id="{9463FAF4-CB3D-449B-A2B8-4ACCFBC1588E}"/>
              </a:ext>
            </a:extLst>
          </p:cNvPr>
          <p:cNvSpPr>
            <a:spLocks xmlns:a="http://schemas.openxmlformats.org/drawingml/2006/main" noGrp="1"/>
          </p:cNvSpPr>
          <p:nvPr/>
        </p:nvSpPr>
        <p:spPr>
          <a:xfrm xmlns:a="http://schemas.openxmlformats.org/drawingml/2006/main">
            <a:off x="11287125" y="6457950"/>
            <a:ext cx="4762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b="1">
                <a:solidFill>
                  <a:srgbClr val="8B96A8"/>
                </a:solidFill>
                <a:latin typeface="Arial"/>
                <a:ea typeface="Arial"/>
                <a:cs typeface="Arial"/>
              </a:defRPr>
            </a:pPr>
            <a:r>
              <a:rPr sz="900" b="1">
                <a:solidFill>
                  <a:srgbClr val="8B96A8"/>
                </a:solidFill>
                <a:latin typeface="Arial"/>
                <a:ea typeface="Arial"/>
                <a:cs typeface="Arial"/>
              </a:rPr>
              <a:t>14</a:t>
            </a:r>
          </a:p>
        </p:txBody>
      </p:sp>
    </p:spTree>
    <p:extLst>
      <p:ext uri="{BB962C8B-B14F-4D97-AF65-F5344CB8AC3E}">
        <p14:creationId xmlns:p14="http://schemas.microsoft.com/office/powerpoint/2010/main" val="213629849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439AF72-FCAC-4071-B541-518873460806}"/>
              </a:ext>
            </a:extLst>
          </p:cNvPr>
          <p:cNvSpPr>
            <a:spLocks xmlns:a="http://schemas.openxmlformats.org/drawingml/2006/main" noGrp="1"/>
          </p:cNvSpPr>
          <p:nvPr/>
        </p:nvSpPr>
        <p:spPr>
          <a:xfrm xmlns:a="http://schemas.openxmlformats.org/drawingml/2006/main">
            <a:off x="419100" y="3524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0213D"/>
                </a:solidFill>
                <a:latin typeface="Arial"/>
                <a:ea typeface="Arial"/>
                <a:cs typeface="Arial"/>
              </a:defRPr>
            </a:pPr>
            <a:r>
              <a:rPr sz="2700" b="1">
                <a:solidFill>
                  <a:srgbClr val="10213D"/>
                </a:solidFill>
                <a:latin typeface="Arial"/>
                <a:ea typeface="Arial"/>
                <a:cs typeface="Arial"/>
              </a:rPr>
              <a:t>Payload trở lại thành bằng chứng Groth16</a:t>
            </a:r>
          </a:p>
        </p:txBody>
      </p:sp>
      <p:sp>
        <p:nvSpPr>
          <p:cNvPr id="2" name="">
            <a:extLst xmlns:a="http://schemas.openxmlformats.org/drawingml/2006/main">
              <a:ext uri="{FF2B5EF4-FFF2-40B4-BE49-F238E27FC236}">
                <a16:creationId xmlns:a16="http://schemas.microsoft.com/office/drawing/2014/main" id="{59CD1AE1-4D3A-48D2-9EBE-1905A0D17016}"/>
              </a:ext>
            </a:extLst>
          </p:cNvPr>
          <p:cNvSpPr>
            <a:spLocks xmlns:a="http://schemas.openxmlformats.org/drawingml/2006/main" noGrp="1"/>
          </p:cNvSpPr>
          <p:nvPr/>
        </p:nvSpPr>
        <p:spPr>
          <a:xfrm xmlns:a="http://schemas.openxmlformats.org/drawingml/2006/main">
            <a:off x="438150" y="933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625"/>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Sau blind extraction, hệ thống tách message và proof. Verifier kiểm tra proof với public signals và verification key.</a:t>
            </a:r>
          </a:p>
        </p:txBody>
      </p:sp>
      <p:sp>
        <p:nvSpPr>
          <p:cNvPr id="3" name="">
            <a:extLst xmlns:a="http://schemas.openxmlformats.org/drawingml/2006/main">
              <a:ext uri="{FF2B5EF4-FFF2-40B4-BE49-F238E27FC236}">
                <a16:creationId xmlns:a16="http://schemas.microsoft.com/office/drawing/2014/main" id="{BBC3B13B-8E32-46E8-9916-8DEB189BCFD5}"/>
              </a:ext>
            </a:extLst>
          </p:cNvPr>
          <p:cNvSpPr>
            <a:spLocks xmlns:a="http://schemas.openxmlformats.org/drawingml/2006/main" noGrp="1"/>
          </p:cNvSpPr>
          <p:nvPr/>
        </p:nvSpPr>
        <p:spPr>
          <a:xfrm xmlns:a="http://schemas.openxmlformats.org/drawingml/2006/main">
            <a:off x="419100" y="1304925"/>
            <a:ext cx="11353800" cy="0"/>
          </a:xfrm>
          <a:prstGeom xmlns:a="http://schemas.openxmlformats.org/drawingml/2006/main" prst="line">
            <a:avLst/>
          </a:prstGeom>
          <a:noFill xmlns:a="http://schemas.openxmlformats.org/drawingml/2006/main"/>
          <a:ln xmlns:a="http://schemas.openxmlformats.org/drawingml/2006/main" w="9525">
            <a:solidFill>
              <a:srgbClr val="D6DFEB"/>
            </a:solidFill>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a327a131ffb9469d"/>
          <a:stretch xmlns:a="http://schemas.openxmlformats.org/drawingml/2006/main"/>
        </p:blipFill>
        <p:spPr>
          <a:xfrm xmlns:a="http://schemas.openxmlformats.org/drawingml/2006/main">
            <a:off x="3721805" y="1685925"/>
            <a:ext cx="6634340" cy="37338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A4FD487-3B2F-4432-8966-205D8853EEC3}"/>
              </a:ext>
            </a:extLst>
          </p:cNvPr>
          <p:cNvSpPr>
            <a:spLocks xmlns:a="http://schemas.openxmlformats.org/drawingml/2006/main" noGrp="1"/>
          </p:cNvSpPr>
          <p:nvPr/>
        </p:nvSpPr>
        <p:spPr>
          <a:xfrm xmlns:a="http://schemas.openxmlformats.org/drawingml/2006/main">
            <a:off x="552450" y="2171700"/>
            <a:ext cx="19812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6DFEB"/>
            </a:solidFill>
          </a:ln>
        </p:spPr>
      </p:sp>
      <p:sp>
        <p:nvSpPr>
          <p:cNvPr id="6" name="">
            <a:extLst xmlns:a="http://schemas.openxmlformats.org/drawingml/2006/main">
              <a:ext uri="{FF2B5EF4-FFF2-40B4-BE49-F238E27FC236}">
                <a16:creationId xmlns:a16="http://schemas.microsoft.com/office/drawing/2014/main" id="{04990BF7-03F9-4FC0-AA00-A98830122A09}"/>
              </a:ext>
            </a:extLst>
          </p:cNvPr>
          <p:cNvSpPr>
            <a:spLocks xmlns:a="http://schemas.openxmlformats.org/drawingml/2006/main" noGrp="1"/>
          </p:cNvSpPr>
          <p:nvPr/>
        </p:nvSpPr>
        <p:spPr>
          <a:xfrm xmlns:a="http://schemas.openxmlformats.org/drawingml/2006/main">
            <a:off x="704850" y="2324100"/>
            <a:ext cx="361950" cy="361950"/>
          </a:xfrm>
          <a:prstGeom xmlns:a="http://schemas.openxmlformats.org/drawingml/2006/main" prst="roundRect">
            <a:avLst>
              <a:gd name="adj" fmla="val 21053"/>
            </a:avLst>
          </a:prstGeom>
          <a:solidFill xmlns:a="http://schemas.openxmlformats.org/drawingml/2006/main">
            <a:srgbClr val="2667D8">
              <a:alpha val="8627"/>
            </a:srgbClr>
          </a:solidFill>
          <a:ln xmlns:a="http://schemas.openxmlformats.org/drawingml/2006/main" w="9525">
            <a:solidFill>
              <a:srgbClr val="2667D8"/>
            </a:solidFill>
          </a:ln>
        </p:spPr>
      </p:sp>
      <p:sp>
        <p:nvSpPr>
          <p:cNvPr id="7" name="">
            <a:extLst xmlns:a="http://schemas.openxmlformats.org/drawingml/2006/main">
              <a:ext uri="{FF2B5EF4-FFF2-40B4-BE49-F238E27FC236}">
                <a16:creationId xmlns:a16="http://schemas.microsoft.com/office/drawing/2014/main" id="{FF6A76C3-A962-4CA8-8422-F1B0974B6784}"/>
              </a:ext>
            </a:extLst>
          </p:cNvPr>
          <p:cNvSpPr>
            <a:spLocks xmlns:a="http://schemas.openxmlformats.org/drawingml/2006/main" noGrp="1"/>
          </p:cNvSpPr>
          <p:nvPr/>
        </p:nvSpPr>
        <p:spPr>
          <a:xfrm xmlns:a="http://schemas.openxmlformats.org/drawingml/2006/main">
            <a:off x="1181100" y="2333625"/>
            <a:ext cx="1200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9697"/>
          </a:bodyPr>
          <a:lstStyle xmlns:a="http://schemas.openxmlformats.org/drawingml/2006/main"/>
          <a:p xmlns:a="http://schemas.openxmlformats.org/drawingml/2006/main">
            <a:pPr>
              <a:defRPr sz="1650" b="1">
                <a:solidFill>
                  <a:srgbClr val="10213D"/>
                </a:solidFill>
                <a:latin typeface="Arial"/>
                <a:ea typeface="Arial"/>
                <a:cs typeface="Arial"/>
              </a:defRPr>
            </a:pPr>
            <a:r>
              <a:rPr sz="1650" b="1">
                <a:solidFill>
                  <a:srgbClr val="10213D"/>
                </a:solidFill>
                <a:latin typeface="Arial"/>
                <a:ea typeface="Arial"/>
                <a:cs typeface="Arial"/>
              </a:rPr>
              <a:t>Payload blob</a:t>
            </a:r>
          </a:p>
        </p:txBody>
      </p:sp>
      <p:sp>
        <p:nvSpPr>
          <p:cNvPr id="8" name="">
            <a:extLst xmlns:a="http://schemas.openxmlformats.org/drawingml/2006/main">
              <a:ext uri="{FF2B5EF4-FFF2-40B4-BE49-F238E27FC236}">
                <a16:creationId xmlns:a16="http://schemas.microsoft.com/office/drawing/2014/main" id="{591A2FC8-9679-4DCE-BB0C-246CDEEBDB10}"/>
              </a:ext>
            </a:extLst>
          </p:cNvPr>
          <p:cNvSpPr>
            <a:spLocks xmlns:a="http://schemas.openxmlformats.org/drawingml/2006/main" noGrp="1"/>
          </p:cNvSpPr>
          <p:nvPr/>
        </p:nvSpPr>
        <p:spPr>
          <a:xfrm xmlns:a="http://schemas.openxmlformats.org/drawingml/2006/main">
            <a:off x="742950" y="2800350"/>
            <a:ext cx="1600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9064"/>
          </a:bodyPr>
          <a:lstStyle xmlns:a="http://schemas.openxmlformats.org/drawingml/2006/main"/>
          <a:p xmlns:a="http://schemas.openxmlformats.org/drawingml/2006/main">
            <a:pPr>
              <a:defRPr sz="1350">
                <a:solidFill>
                  <a:srgbClr val="5A6780"/>
                </a:solidFill>
                <a:latin typeface="Arial"/>
                <a:ea typeface="Arial"/>
                <a:cs typeface="Arial"/>
              </a:defRPr>
            </a:pPr>
            <a:r>
              <a:rPr sz="1350">
                <a:solidFill>
                  <a:srgbClr val="5A6780"/>
                </a:solidFill>
                <a:latin typeface="Arial"/>
                <a:ea typeface="Arial"/>
                <a:cs typeface="Arial"/>
              </a:rPr>
              <a:t>length + message + proof bytes</a:t>
            </a:r>
          </a:p>
        </p:txBody>
      </p:sp>
      <p:sp>
        <p:nvSpPr>
          <p:cNvPr id="9" name="">
            <a:extLst xmlns:a="http://schemas.openxmlformats.org/drawingml/2006/main">
              <a:ext uri="{FF2B5EF4-FFF2-40B4-BE49-F238E27FC236}">
                <a16:creationId xmlns:a16="http://schemas.microsoft.com/office/drawing/2014/main" id="{9C8EF325-5E0C-47C0-8F2D-7A9C22CBDC26}"/>
              </a:ext>
            </a:extLst>
          </p:cNvPr>
          <p:cNvSpPr>
            <a:spLocks xmlns:a="http://schemas.openxmlformats.org/drawingml/2006/main" noGrp="1"/>
          </p:cNvSpPr>
          <p:nvPr/>
        </p:nvSpPr>
        <p:spPr>
          <a:xfrm xmlns:a="http://schemas.openxmlformats.org/drawingml/2006/main">
            <a:off x="552450" y="3524250"/>
            <a:ext cx="19812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6DFEB"/>
            </a:solidFill>
          </a:ln>
        </p:spPr>
      </p:sp>
      <p:sp>
        <p:nvSpPr>
          <p:cNvPr id="10" name="">
            <a:extLst xmlns:a="http://schemas.openxmlformats.org/drawingml/2006/main">
              <a:ext uri="{FF2B5EF4-FFF2-40B4-BE49-F238E27FC236}">
                <a16:creationId xmlns:a16="http://schemas.microsoft.com/office/drawing/2014/main" id="{EB3F1EC9-FDF5-49EF-B521-D0C813CDBCD4}"/>
              </a:ext>
            </a:extLst>
          </p:cNvPr>
          <p:cNvSpPr>
            <a:spLocks xmlns:a="http://schemas.openxmlformats.org/drawingml/2006/main" noGrp="1"/>
          </p:cNvSpPr>
          <p:nvPr/>
        </p:nvSpPr>
        <p:spPr>
          <a:xfrm xmlns:a="http://schemas.openxmlformats.org/drawingml/2006/main">
            <a:off x="704850" y="3676650"/>
            <a:ext cx="361950" cy="361950"/>
          </a:xfrm>
          <a:prstGeom xmlns:a="http://schemas.openxmlformats.org/drawingml/2006/main" prst="roundRect">
            <a:avLst>
              <a:gd name="adj" fmla="val 21053"/>
            </a:avLst>
          </a:prstGeom>
          <a:solidFill xmlns:a="http://schemas.openxmlformats.org/drawingml/2006/main">
            <a:srgbClr val="25A36F">
              <a:alpha val="8627"/>
            </a:srgbClr>
          </a:solidFill>
          <a:ln xmlns:a="http://schemas.openxmlformats.org/drawingml/2006/main" w="9525">
            <a:solidFill>
              <a:srgbClr val="25A36F"/>
            </a:solidFill>
          </a:ln>
        </p:spPr>
      </p:sp>
      <p:sp>
        <p:nvSpPr>
          <p:cNvPr id="11" name="">
            <a:extLst xmlns:a="http://schemas.openxmlformats.org/drawingml/2006/main">
              <a:ext uri="{FF2B5EF4-FFF2-40B4-BE49-F238E27FC236}">
                <a16:creationId xmlns:a16="http://schemas.microsoft.com/office/drawing/2014/main" id="{60ACBDF3-6088-4E6E-8AAC-9EA01394A7DF}"/>
              </a:ext>
            </a:extLst>
          </p:cNvPr>
          <p:cNvSpPr>
            <a:spLocks xmlns:a="http://schemas.openxmlformats.org/drawingml/2006/main" noGrp="1"/>
          </p:cNvSpPr>
          <p:nvPr/>
        </p:nvSpPr>
        <p:spPr>
          <a:xfrm xmlns:a="http://schemas.openxmlformats.org/drawingml/2006/main">
            <a:off x="1181100" y="3686175"/>
            <a:ext cx="1200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9697"/>
          </a:bodyPr>
          <a:lstStyle xmlns:a="http://schemas.openxmlformats.org/drawingml/2006/main"/>
          <a:p xmlns:a="http://schemas.openxmlformats.org/drawingml/2006/main">
            <a:pPr>
              <a:defRPr sz="1650" b="1">
                <a:solidFill>
                  <a:srgbClr val="10213D"/>
                </a:solidFill>
                <a:latin typeface="Arial"/>
                <a:ea typeface="Arial"/>
                <a:cs typeface="Arial"/>
              </a:defRPr>
            </a:pPr>
            <a:r>
              <a:rPr sz="1650" b="1">
                <a:solidFill>
                  <a:srgbClr val="10213D"/>
                </a:solidFill>
                <a:latin typeface="Arial"/>
                <a:ea typeface="Arial"/>
                <a:cs typeface="Arial"/>
              </a:rPr>
              <a:t>Verifier</a:t>
            </a:r>
          </a:p>
        </p:txBody>
      </p:sp>
      <p:sp>
        <p:nvSpPr>
          <p:cNvPr id="12" name="">
            <a:extLst xmlns:a="http://schemas.openxmlformats.org/drawingml/2006/main">
              <a:ext uri="{FF2B5EF4-FFF2-40B4-BE49-F238E27FC236}">
                <a16:creationId xmlns:a16="http://schemas.microsoft.com/office/drawing/2014/main" id="{0934A3A3-C8CE-4CB4-BA9D-F86346D60656}"/>
              </a:ext>
            </a:extLst>
          </p:cNvPr>
          <p:cNvSpPr>
            <a:spLocks xmlns:a="http://schemas.openxmlformats.org/drawingml/2006/main" noGrp="1"/>
          </p:cNvSpPr>
          <p:nvPr/>
        </p:nvSpPr>
        <p:spPr>
          <a:xfrm xmlns:a="http://schemas.openxmlformats.org/drawingml/2006/main">
            <a:off x="742950" y="4152900"/>
            <a:ext cx="1600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1852"/>
          </a:bodyPr>
          <a:lstStyle xmlns:a="http://schemas.openxmlformats.org/drawingml/2006/main"/>
          <a:p xmlns:a="http://schemas.openxmlformats.org/drawingml/2006/main">
            <a:pPr>
              <a:defRPr sz="1350">
                <a:solidFill>
                  <a:srgbClr val="5A6780"/>
                </a:solidFill>
                <a:latin typeface="Arial"/>
                <a:ea typeface="Arial"/>
                <a:cs typeface="Arial"/>
              </a:defRPr>
            </a:pPr>
            <a:r>
              <a:rPr sz="1350">
                <a:solidFill>
                  <a:srgbClr val="5A6780"/>
                </a:solidFill>
                <a:latin typeface="Arial"/>
                <a:ea typeface="Arial"/>
                <a:cs typeface="Arial"/>
              </a:rPr>
              <a:t>proof + public signals + verification key</a:t>
            </a:r>
          </a:p>
        </p:txBody>
      </p:sp>
      <p:sp>
        <p:nvSpPr>
          <p:cNvPr id="13" name="">
            <a:extLst xmlns:a="http://schemas.openxmlformats.org/drawingml/2006/main">
              <a:ext uri="{FF2B5EF4-FFF2-40B4-BE49-F238E27FC236}">
                <a16:creationId xmlns:a16="http://schemas.microsoft.com/office/drawing/2014/main" id="{AF5C11DB-050D-4B23-8638-F00EAE641D7B}"/>
              </a:ext>
            </a:extLst>
          </p:cNvPr>
          <p:cNvSpPr>
            <a:spLocks xmlns:a="http://schemas.openxmlformats.org/drawingml/2006/main" noGrp="1"/>
          </p:cNvSpPr>
          <p:nvPr/>
        </p:nvSpPr>
        <p:spPr>
          <a:xfrm xmlns:a="http://schemas.openxmlformats.org/drawingml/2006/main">
            <a:off x="2800350" y="5591175"/>
            <a:ext cx="847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defRPr sz="1275" i="1">
                <a:solidFill>
                  <a:srgbClr val="63728A"/>
                </a:solidFill>
                <a:latin typeface="Arial"/>
                <a:ea typeface="Arial"/>
                <a:cs typeface="Arial"/>
              </a:defRPr>
            </a:pPr>
            <a:r>
              <a:rPr sz="1275" i="1">
                <a:solidFill>
                  <a:srgbClr val="63728A"/>
                </a:solidFill>
                <a:latin typeface="Arial"/>
                <a:ea typeface="Arial"/>
                <a:cs typeface="Arial"/>
              </a:rPr>
              <a:t>Hình 15 — Payload tách ra từ video được verifier kiểm tra bằng public signals và verification key.</a:t>
            </a:r>
          </a:p>
        </p:txBody>
      </p:sp>
      <p:sp>
        <p:nvSpPr>
          <p:cNvPr id="14" name="">
            <a:extLst xmlns:a="http://schemas.openxmlformats.org/drawingml/2006/main">
              <a:ext uri="{FF2B5EF4-FFF2-40B4-BE49-F238E27FC236}">
                <a16:creationId xmlns:a16="http://schemas.microsoft.com/office/drawing/2014/main" id="{709F9CF9-2B7C-4687-8ACB-3D8E6046264A}"/>
              </a:ext>
            </a:extLst>
          </p:cNvPr>
          <p:cNvSpPr>
            <a:spLocks xmlns:a="http://schemas.openxmlformats.org/drawingml/2006/main" noGrp="1"/>
          </p:cNvSpPr>
          <p:nvPr/>
        </p:nvSpPr>
        <p:spPr>
          <a:xfrm xmlns:a="http://schemas.openxmlformats.org/drawingml/2006/main">
            <a:off x="400050" y="6486525"/>
            <a:ext cx="3048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15" name="">
            <a:extLst xmlns:a="http://schemas.openxmlformats.org/drawingml/2006/main">
              <a:ext uri="{FF2B5EF4-FFF2-40B4-BE49-F238E27FC236}">
                <a16:creationId xmlns:a16="http://schemas.microsoft.com/office/drawing/2014/main" id="{6D5AB9D3-D316-4390-B52D-8BCCC3CA0C11}"/>
              </a:ext>
            </a:extLst>
          </p:cNvPr>
          <p:cNvSpPr>
            <a:spLocks xmlns:a="http://schemas.openxmlformats.org/drawingml/2006/main" noGrp="1"/>
          </p:cNvSpPr>
          <p:nvPr/>
        </p:nvSpPr>
        <p:spPr>
          <a:xfrm xmlns:a="http://schemas.openxmlformats.org/drawingml/2006/main">
            <a:off x="11287125" y="6457950"/>
            <a:ext cx="4762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b="1">
                <a:solidFill>
                  <a:srgbClr val="8B96A8"/>
                </a:solidFill>
                <a:latin typeface="Arial"/>
                <a:ea typeface="Arial"/>
                <a:cs typeface="Arial"/>
              </a:defRPr>
            </a:pPr>
            <a:r>
              <a:rPr sz="900" b="1">
                <a:solidFill>
                  <a:srgbClr val="8B96A8"/>
                </a:solidFill>
                <a:latin typeface="Arial"/>
                <a:ea typeface="Arial"/>
                <a:cs typeface="Arial"/>
              </a:rPr>
              <a:t>15</a:t>
            </a:r>
          </a:p>
        </p:txBody>
      </p:sp>
    </p:spTree>
    <p:extLst>
      <p:ext uri="{BB962C8B-B14F-4D97-AF65-F5344CB8AC3E}">
        <p14:creationId xmlns:p14="http://schemas.microsoft.com/office/powerpoint/2010/main" val="184278569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65E35067-3568-4939-A6EC-A1D490E0BF76}"/>
              </a:ext>
            </a:extLst>
          </p:cNvPr>
          <p:cNvSpPr>
            <a:spLocks xmlns:a="http://schemas.openxmlformats.org/drawingml/2006/main" noGrp="1"/>
          </p:cNvSpPr>
          <p:nvPr/>
        </p:nvSpPr>
        <p:spPr>
          <a:xfrm xmlns:a="http://schemas.openxmlformats.org/drawingml/2006/main">
            <a:off x="419100" y="3524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0213D"/>
                </a:solidFill>
                <a:latin typeface="Arial"/>
                <a:ea typeface="Arial"/>
                <a:cs typeface="Arial"/>
              </a:defRPr>
            </a:pPr>
            <a:r>
              <a:rPr sz="2700" b="1">
                <a:solidFill>
                  <a:srgbClr val="10213D"/>
                </a:solidFill>
                <a:latin typeface="Arial"/>
                <a:ea typeface="Arial"/>
                <a:cs typeface="Arial"/>
              </a:rPr>
              <a:t>Hai cách hệ thống chạy</a:t>
            </a:r>
          </a:p>
        </p:txBody>
      </p:sp>
      <p:sp>
        <p:nvSpPr>
          <p:cNvPr id="2" name="">
            <a:extLst xmlns:a="http://schemas.openxmlformats.org/drawingml/2006/main">
              <a:ext uri="{FF2B5EF4-FFF2-40B4-BE49-F238E27FC236}">
                <a16:creationId xmlns:a16="http://schemas.microsoft.com/office/drawing/2014/main" id="{32354D00-5EB9-4A78-ACDF-38B64DB394E2}"/>
              </a:ext>
            </a:extLst>
          </p:cNvPr>
          <p:cNvSpPr>
            <a:spLocks xmlns:a="http://schemas.openxmlformats.org/drawingml/2006/main" noGrp="1"/>
          </p:cNvSpPr>
          <p:nvPr/>
        </p:nvSpPr>
        <p:spPr>
          <a:xfrm xmlns:a="http://schemas.openxmlformats.org/drawingml/2006/main">
            <a:off x="438150" y="933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625"/>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File/job API và live camera WebSocket dùng chung native bitstream engine, nhưng khác cách đưa dữ liệu vào và trả kết quả.</a:t>
            </a:r>
          </a:p>
        </p:txBody>
      </p:sp>
      <p:sp>
        <p:nvSpPr>
          <p:cNvPr id="3" name="">
            <a:extLst xmlns:a="http://schemas.openxmlformats.org/drawingml/2006/main">
              <a:ext uri="{FF2B5EF4-FFF2-40B4-BE49-F238E27FC236}">
                <a16:creationId xmlns:a16="http://schemas.microsoft.com/office/drawing/2014/main" id="{03027005-1CA1-462B-BC5E-0F2F1D8CBF4F}"/>
              </a:ext>
            </a:extLst>
          </p:cNvPr>
          <p:cNvSpPr>
            <a:spLocks xmlns:a="http://schemas.openxmlformats.org/drawingml/2006/main" noGrp="1"/>
          </p:cNvSpPr>
          <p:nvPr/>
        </p:nvSpPr>
        <p:spPr>
          <a:xfrm xmlns:a="http://schemas.openxmlformats.org/drawingml/2006/main">
            <a:off x="419100" y="1304925"/>
            <a:ext cx="11353800" cy="0"/>
          </a:xfrm>
          <a:prstGeom xmlns:a="http://schemas.openxmlformats.org/drawingml/2006/main" prst="line">
            <a:avLst/>
          </a:prstGeom>
          <a:noFill xmlns:a="http://schemas.openxmlformats.org/drawingml/2006/main"/>
          <a:ln xmlns:a="http://schemas.openxmlformats.org/drawingml/2006/main" w="9525">
            <a:solidFill>
              <a:srgbClr val="D6DFEB"/>
            </a:solidFill>
          </a:ln>
        </p:spPr>
      </p:sp>
      <p:sp>
        <p:nvSpPr>
          <p:cNvPr id="4" name="">
            <a:extLst xmlns:a="http://schemas.openxmlformats.org/drawingml/2006/main">
              <a:ext uri="{FF2B5EF4-FFF2-40B4-BE49-F238E27FC236}">
                <a16:creationId xmlns:a16="http://schemas.microsoft.com/office/drawing/2014/main" id="{3E47E13D-21D5-496B-930E-C6A352C971FE}"/>
              </a:ext>
            </a:extLst>
          </p:cNvPr>
          <p:cNvSpPr>
            <a:spLocks xmlns:a="http://schemas.openxmlformats.org/drawingml/2006/main" noGrp="1"/>
          </p:cNvSpPr>
          <p:nvPr/>
        </p:nvSpPr>
        <p:spPr>
          <a:xfrm xmlns:a="http://schemas.openxmlformats.org/drawingml/2006/main">
            <a:off x="676275" y="2000250"/>
            <a:ext cx="4972050" cy="2143125"/>
          </a:xfrm>
          <a:prstGeom xmlns:a="http://schemas.openxmlformats.org/drawingml/2006/main" prst="roundRect">
            <a:avLst>
              <a:gd name="adj" fmla="val 3556"/>
            </a:avLst>
          </a:prstGeom>
          <a:solidFill xmlns:a="http://schemas.openxmlformats.org/drawingml/2006/main">
            <a:srgbClr val="FFFFFF"/>
          </a:solidFill>
          <a:ln xmlns:a="http://schemas.openxmlformats.org/drawingml/2006/main" w="9525">
            <a:solidFill>
              <a:srgbClr val="D6DFEB"/>
            </a:solidFill>
          </a:ln>
        </p:spPr>
      </p:sp>
      <p:sp>
        <p:nvSpPr>
          <p:cNvPr id="5" name="">
            <a:extLst xmlns:a="http://schemas.openxmlformats.org/drawingml/2006/main">
              <a:ext uri="{FF2B5EF4-FFF2-40B4-BE49-F238E27FC236}">
                <a16:creationId xmlns:a16="http://schemas.microsoft.com/office/drawing/2014/main" id="{7F57D7C0-E52A-4E21-BF16-232C7F3FBF27}"/>
              </a:ext>
            </a:extLst>
          </p:cNvPr>
          <p:cNvSpPr>
            <a:spLocks xmlns:a="http://schemas.openxmlformats.org/drawingml/2006/main" noGrp="1"/>
          </p:cNvSpPr>
          <p:nvPr/>
        </p:nvSpPr>
        <p:spPr>
          <a:xfrm xmlns:a="http://schemas.openxmlformats.org/drawingml/2006/main">
            <a:off x="828675" y="2152650"/>
            <a:ext cx="361950" cy="361950"/>
          </a:xfrm>
          <a:prstGeom xmlns:a="http://schemas.openxmlformats.org/drawingml/2006/main" prst="roundRect">
            <a:avLst>
              <a:gd name="adj" fmla="val 21053"/>
            </a:avLst>
          </a:prstGeom>
          <a:solidFill xmlns:a="http://schemas.openxmlformats.org/drawingml/2006/main">
            <a:srgbClr val="2667D8">
              <a:alpha val="8627"/>
            </a:srgbClr>
          </a:solidFill>
          <a:ln xmlns:a="http://schemas.openxmlformats.org/drawingml/2006/main" w="9525">
            <a:solidFill>
              <a:srgbClr val="2667D8"/>
            </a:solidFill>
          </a:ln>
        </p:spPr>
      </p:sp>
      <p:sp>
        <p:nvSpPr>
          <p:cNvPr id="6" name="">
            <a:extLst xmlns:a="http://schemas.openxmlformats.org/drawingml/2006/main">
              <a:ext uri="{FF2B5EF4-FFF2-40B4-BE49-F238E27FC236}">
                <a16:creationId xmlns:a16="http://schemas.microsoft.com/office/drawing/2014/main" id="{EFECC663-4688-4F5E-B776-8CF9E88C423D}"/>
              </a:ext>
            </a:extLst>
          </p:cNvPr>
          <p:cNvSpPr>
            <a:spLocks xmlns:a="http://schemas.openxmlformats.org/drawingml/2006/main" noGrp="1"/>
          </p:cNvSpPr>
          <p:nvPr/>
        </p:nvSpPr>
        <p:spPr>
          <a:xfrm xmlns:a="http://schemas.openxmlformats.org/drawingml/2006/main">
            <a:off x="1304925" y="2162175"/>
            <a:ext cx="419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9697"/>
          </a:bodyPr>
          <a:lstStyle xmlns:a="http://schemas.openxmlformats.org/drawingml/2006/main"/>
          <a:p xmlns:a="http://schemas.openxmlformats.org/drawingml/2006/main">
            <a:pPr>
              <a:defRPr sz="1650" b="1">
                <a:solidFill>
                  <a:srgbClr val="10213D"/>
                </a:solidFill>
                <a:latin typeface="Arial"/>
                <a:ea typeface="Arial"/>
                <a:cs typeface="Arial"/>
              </a:defRPr>
            </a:pPr>
            <a:r>
              <a:rPr sz="1650" b="1">
                <a:solidFill>
                  <a:srgbClr val="10213D"/>
                </a:solidFill>
                <a:latin typeface="Arial"/>
                <a:ea typeface="Arial"/>
                <a:cs typeface="Arial"/>
              </a:rPr>
              <a:t>HTTP job</a:t>
            </a:r>
          </a:p>
        </p:txBody>
      </p:sp>
      <p:sp>
        <p:nvSpPr>
          <p:cNvPr id="7" name="">
            <a:extLst xmlns:a="http://schemas.openxmlformats.org/drawingml/2006/main">
              <a:ext uri="{FF2B5EF4-FFF2-40B4-BE49-F238E27FC236}">
                <a16:creationId xmlns:a16="http://schemas.microsoft.com/office/drawing/2014/main" id="{25BBE746-A68B-4704-A7D9-B8F530412625}"/>
              </a:ext>
            </a:extLst>
          </p:cNvPr>
          <p:cNvSpPr>
            <a:spLocks xmlns:a="http://schemas.openxmlformats.org/drawingml/2006/main" noGrp="1"/>
          </p:cNvSpPr>
          <p:nvPr/>
        </p:nvSpPr>
        <p:spPr>
          <a:xfrm xmlns:a="http://schemas.openxmlformats.org/drawingml/2006/main">
            <a:off x="866775" y="2628900"/>
            <a:ext cx="45910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a:solidFill>
                  <a:srgbClr val="5A6780"/>
                </a:solidFill>
                <a:latin typeface="Arial"/>
                <a:ea typeface="Arial"/>
                <a:cs typeface="Arial"/>
              </a:defRPr>
            </a:pPr>
            <a:r>
              <a:rPr sz="1350">
                <a:solidFill>
                  <a:srgbClr val="5A6780"/>
                </a:solidFill>
                <a:latin typeface="Arial"/>
                <a:ea typeface="Arial"/>
                <a:cs typeface="Arial"/>
              </a:rPr>
              <a:t>Client upload video + message/key → job queue → native worker → tải stego.h264 hoặc payload.bin</a:t>
            </a:r>
          </a:p>
        </p:txBody>
      </p:sp>
      <p:sp>
        <p:nvSpPr>
          <p:cNvPr id="8" name="">
            <a:extLst xmlns:a="http://schemas.openxmlformats.org/drawingml/2006/main">
              <a:ext uri="{FF2B5EF4-FFF2-40B4-BE49-F238E27FC236}">
                <a16:creationId xmlns:a16="http://schemas.microsoft.com/office/drawing/2014/main" id="{3CF455BB-24B2-40FA-B365-FA24A26B9712}"/>
              </a:ext>
            </a:extLst>
          </p:cNvPr>
          <p:cNvSpPr>
            <a:spLocks xmlns:a="http://schemas.openxmlformats.org/drawingml/2006/main" noGrp="1"/>
          </p:cNvSpPr>
          <p:nvPr/>
        </p:nvSpPr>
        <p:spPr>
          <a:xfrm xmlns:a="http://schemas.openxmlformats.org/drawingml/2006/main">
            <a:off x="6543675" y="2000250"/>
            <a:ext cx="4972050" cy="2143125"/>
          </a:xfrm>
          <a:prstGeom xmlns:a="http://schemas.openxmlformats.org/drawingml/2006/main" prst="roundRect">
            <a:avLst>
              <a:gd name="adj" fmla="val 3556"/>
            </a:avLst>
          </a:prstGeom>
          <a:solidFill xmlns:a="http://schemas.openxmlformats.org/drawingml/2006/main">
            <a:srgbClr val="FFFFFF"/>
          </a:solidFill>
          <a:ln xmlns:a="http://schemas.openxmlformats.org/drawingml/2006/main" w="9525">
            <a:solidFill>
              <a:srgbClr val="D6DFEB"/>
            </a:solidFill>
          </a:ln>
        </p:spPr>
      </p:sp>
      <p:sp>
        <p:nvSpPr>
          <p:cNvPr id="9" name="">
            <a:extLst xmlns:a="http://schemas.openxmlformats.org/drawingml/2006/main">
              <a:ext uri="{FF2B5EF4-FFF2-40B4-BE49-F238E27FC236}">
                <a16:creationId xmlns:a16="http://schemas.microsoft.com/office/drawing/2014/main" id="{5B87C59F-A6C9-4669-A0B3-2ED0ED27E9C6}"/>
              </a:ext>
            </a:extLst>
          </p:cNvPr>
          <p:cNvSpPr>
            <a:spLocks xmlns:a="http://schemas.openxmlformats.org/drawingml/2006/main" noGrp="1"/>
          </p:cNvSpPr>
          <p:nvPr/>
        </p:nvSpPr>
        <p:spPr>
          <a:xfrm xmlns:a="http://schemas.openxmlformats.org/drawingml/2006/main">
            <a:off x="6696075" y="2152650"/>
            <a:ext cx="361950" cy="361950"/>
          </a:xfrm>
          <a:prstGeom xmlns:a="http://schemas.openxmlformats.org/drawingml/2006/main" prst="roundRect">
            <a:avLst>
              <a:gd name="adj" fmla="val 21053"/>
            </a:avLst>
          </a:prstGeom>
          <a:solidFill xmlns:a="http://schemas.openxmlformats.org/drawingml/2006/main">
            <a:srgbClr val="16A4C7">
              <a:alpha val="8627"/>
            </a:srgbClr>
          </a:solidFill>
          <a:ln xmlns:a="http://schemas.openxmlformats.org/drawingml/2006/main" w="9525">
            <a:solidFill>
              <a:srgbClr val="16A4C7"/>
            </a:solidFill>
          </a:ln>
        </p:spPr>
      </p:sp>
      <p:sp>
        <p:nvSpPr>
          <p:cNvPr id="10" name="">
            <a:extLst xmlns:a="http://schemas.openxmlformats.org/drawingml/2006/main">
              <a:ext uri="{FF2B5EF4-FFF2-40B4-BE49-F238E27FC236}">
                <a16:creationId xmlns:a16="http://schemas.microsoft.com/office/drawing/2014/main" id="{08B1D061-8C8B-441C-8C9D-FB21D1011C7F}"/>
              </a:ext>
            </a:extLst>
          </p:cNvPr>
          <p:cNvSpPr>
            <a:spLocks xmlns:a="http://schemas.openxmlformats.org/drawingml/2006/main" noGrp="1"/>
          </p:cNvSpPr>
          <p:nvPr/>
        </p:nvSpPr>
        <p:spPr>
          <a:xfrm xmlns:a="http://schemas.openxmlformats.org/drawingml/2006/main">
            <a:off x="7172325" y="2162175"/>
            <a:ext cx="419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9697"/>
          </a:bodyPr>
          <a:lstStyle xmlns:a="http://schemas.openxmlformats.org/drawingml/2006/main"/>
          <a:p xmlns:a="http://schemas.openxmlformats.org/drawingml/2006/main">
            <a:pPr>
              <a:defRPr sz="1650" b="1">
                <a:solidFill>
                  <a:srgbClr val="10213D"/>
                </a:solidFill>
                <a:latin typeface="Arial"/>
                <a:ea typeface="Arial"/>
                <a:cs typeface="Arial"/>
              </a:defRPr>
            </a:pPr>
            <a:r>
              <a:rPr sz="1650" b="1">
                <a:solidFill>
                  <a:srgbClr val="10213D"/>
                </a:solidFill>
                <a:latin typeface="Arial"/>
                <a:ea typeface="Arial"/>
                <a:cs typeface="Arial"/>
              </a:rPr>
              <a:t>WebSocket live</a:t>
            </a:r>
          </a:p>
        </p:txBody>
      </p:sp>
      <p:sp>
        <p:nvSpPr>
          <p:cNvPr id="11" name="">
            <a:extLst xmlns:a="http://schemas.openxmlformats.org/drawingml/2006/main">
              <a:ext uri="{FF2B5EF4-FFF2-40B4-BE49-F238E27FC236}">
                <a16:creationId xmlns:a16="http://schemas.microsoft.com/office/drawing/2014/main" id="{20432E0E-215A-47D7-954A-D8C8E929AC58}"/>
              </a:ext>
            </a:extLst>
          </p:cNvPr>
          <p:cNvSpPr>
            <a:spLocks xmlns:a="http://schemas.openxmlformats.org/drawingml/2006/main" noGrp="1"/>
          </p:cNvSpPr>
          <p:nvPr/>
        </p:nvSpPr>
        <p:spPr>
          <a:xfrm xmlns:a="http://schemas.openxmlformats.org/drawingml/2006/main">
            <a:off x="6734175" y="2628900"/>
            <a:ext cx="45910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a:solidFill>
                  <a:srgbClr val="5A6780"/>
                </a:solidFill>
                <a:latin typeface="Arial"/>
                <a:ea typeface="Arial"/>
                <a:cs typeface="Arial"/>
              </a:defRPr>
            </a:pPr>
            <a:r>
              <a:rPr sz="1350">
                <a:solidFill>
                  <a:srgbClr val="5A6780"/>
                </a:solidFill>
                <a:latin typeface="Arial"/>
                <a:ea typeface="Arial"/>
                <a:cs typeface="Arial"/>
              </a:rPr>
              <a:t>Camera/FFmpeg gửi H.264 chunks → adapter backpressure → native stdin/stdout → binary chunks hoặc JSON payload</a:t>
            </a:r>
          </a:p>
        </p:txBody>
      </p:sp>
      <p:sp>
        <p:nvSpPr>
          <p:cNvPr id="12" name="">
            <a:extLst xmlns:a="http://schemas.openxmlformats.org/drawingml/2006/main">
              <a:ext uri="{FF2B5EF4-FFF2-40B4-BE49-F238E27FC236}">
                <a16:creationId xmlns:a16="http://schemas.microsoft.com/office/drawing/2014/main" id="{1F76FCCC-1966-45EC-93D3-B851247DE472}"/>
              </a:ext>
            </a:extLst>
          </p:cNvPr>
          <p:cNvSpPr>
            <a:spLocks xmlns:a="http://schemas.openxmlformats.org/drawingml/2006/main" noGrp="1"/>
          </p:cNvSpPr>
          <p:nvPr/>
        </p:nvSpPr>
        <p:spPr>
          <a:xfrm xmlns:a="http://schemas.openxmlformats.org/drawingml/2006/main">
            <a:off x="2000250" y="4495800"/>
            <a:ext cx="819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defRPr sz="1275" i="1">
                <a:solidFill>
                  <a:srgbClr val="63728A"/>
                </a:solidFill>
                <a:latin typeface="Arial"/>
                <a:ea typeface="Arial"/>
                <a:cs typeface="Arial"/>
              </a:defRPr>
            </a:pPr>
            <a:r>
              <a:rPr sz="1275" i="1">
                <a:solidFill>
                  <a:srgbClr val="63728A"/>
                </a:solidFill>
                <a:latin typeface="Arial"/>
                <a:ea typeface="Arial"/>
                <a:cs typeface="Arial"/>
              </a:rPr>
              <a:t>Hình 16 — Hai đường chạy dùng cùng native bitstream engine, khác ở cách đưa dữ liệu vào và nhận kết quả.</a:t>
            </a:r>
          </a:p>
        </p:txBody>
      </p:sp>
      <p:sp>
        <p:nvSpPr>
          <p:cNvPr id="13" name="">
            <a:extLst xmlns:a="http://schemas.openxmlformats.org/drawingml/2006/main">
              <a:ext uri="{FF2B5EF4-FFF2-40B4-BE49-F238E27FC236}">
                <a16:creationId xmlns:a16="http://schemas.microsoft.com/office/drawing/2014/main" id="{281B12CD-3588-4AD3-A6D1-F37F5D497A0A}"/>
              </a:ext>
            </a:extLst>
          </p:cNvPr>
          <p:cNvSpPr>
            <a:spLocks xmlns:a="http://schemas.openxmlformats.org/drawingml/2006/main" noGrp="1"/>
          </p:cNvSpPr>
          <p:nvPr/>
        </p:nvSpPr>
        <p:spPr>
          <a:xfrm xmlns:a="http://schemas.openxmlformats.org/drawingml/2006/main">
            <a:off x="2190750" y="4810125"/>
            <a:ext cx="7810500" cy="600075"/>
          </a:xfrm>
          <a:prstGeom xmlns:a="http://schemas.openxmlformats.org/drawingml/2006/main" prst="roundRect">
            <a:avLst>
              <a:gd name="adj" fmla="val 12698"/>
            </a:avLst>
          </a:prstGeom>
          <a:solidFill xmlns:a="http://schemas.openxmlformats.org/drawingml/2006/main">
            <a:srgbClr val="F5F8FC"/>
          </a:solidFill>
          <a:ln xmlns:a="http://schemas.openxmlformats.org/drawingml/2006/main" w="9525">
            <a:solidFill>
              <a:srgbClr val="D6DFEB"/>
            </a:solidFill>
          </a:ln>
        </p:spPr>
      </p:sp>
      <p:sp>
        <p:nvSpPr>
          <p:cNvPr id="14" name="">
            <a:extLst xmlns:a="http://schemas.openxmlformats.org/drawingml/2006/main">
              <a:ext uri="{FF2B5EF4-FFF2-40B4-BE49-F238E27FC236}">
                <a16:creationId xmlns:a16="http://schemas.microsoft.com/office/drawing/2014/main" id="{7EF3FF02-7F88-4669-AA07-10DE9DD12787}"/>
              </a:ext>
            </a:extLst>
          </p:cNvPr>
          <p:cNvSpPr>
            <a:spLocks xmlns:a="http://schemas.openxmlformats.org/drawingml/2006/main" noGrp="1"/>
          </p:cNvSpPr>
          <p:nvPr/>
        </p:nvSpPr>
        <p:spPr>
          <a:xfrm xmlns:a="http://schemas.openxmlformats.org/drawingml/2006/main">
            <a:off x="2457450" y="4991100"/>
            <a:ext cx="7286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defRPr sz="1350">
                <a:solidFill>
                  <a:srgbClr val="5A6780"/>
                </a:solidFill>
                <a:latin typeface="Arial"/>
                <a:ea typeface="Arial"/>
                <a:cs typeface="Arial"/>
              </a:defRPr>
            </a:pPr>
            <a:r>
              <a:rPr sz="1350">
                <a:solidFill>
                  <a:srgbClr val="5A6780"/>
                </a:solidFill>
                <a:latin typeface="Arial"/>
                <a:ea typeface="Arial"/>
                <a:cs typeface="Arial"/>
              </a:rPr>
              <a:t>Cả hai đường không có nghĩa native tự gọi prover hoặc verifier ngay trong vòng lặp camera. Proof generation và verification là bước riêng.</a:t>
            </a:r>
          </a:p>
        </p:txBody>
      </p:sp>
      <p:sp>
        <p:nvSpPr>
          <p:cNvPr id="15" name="">
            <a:extLst xmlns:a="http://schemas.openxmlformats.org/drawingml/2006/main">
              <a:ext uri="{FF2B5EF4-FFF2-40B4-BE49-F238E27FC236}">
                <a16:creationId xmlns:a16="http://schemas.microsoft.com/office/drawing/2014/main" id="{3BB9C338-777A-4D9E-9075-79498332E26D}"/>
              </a:ext>
            </a:extLst>
          </p:cNvPr>
          <p:cNvSpPr>
            <a:spLocks xmlns:a="http://schemas.openxmlformats.org/drawingml/2006/main" noGrp="1"/>
          </p:cNvSpPr>
          <p:nvPr/>
        </p:nvSpPr>
        <p:spPr>
          <a:xfrm xmlns:a="http://schemas.openxmlformats.org/drawingml/2006/main">
            <a:off x="400050" y="6486525"/>
            <a:ext cx="3048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16" name="">
            <a:extLst xmlns:a="http://schemas.openxmlformats.org/drawingml/2006/main">
              <a:ext uri="{FF2B5EF4-FFF2-40B4-BE49-F238E27FC236}">
                <a16:creationId xmlns:a16="http://schemas.microsoft.com/office/drawing/2014/main" id="{487132A8-04BE-477F-BFB7-72A56B3C8366}"/>
              </a:ext>
            </a:extLst>
          </p:cNvPr>
          <p:cNvSpPr>
            <a:spLocks xmlns:a="http://schemas.openxmlformats.org/drawingml/2006/main" noGrp="1"/>
          </p:cNvSpPr>
          <p:nvPr/>
        </p:nvSpPr>
        <p:spPr>
          <a:xfrm xmlns:a="http://schemas.openxmlformats.org/drawingml/2006/main">
            <a:off x="11287125" y="6457950"/>
            <a:ext cx="4762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b="1">
                <a:solidFill>
                  <a:srgbClr val="8B96A8"/>
                </a:solidFill>
                <a:latin typeface="Arial"/>
                <a:ea typeface="Arial"/>
                <a:cs typeface="Arial"/>
              </a:defRPr>
            </a:pPr>
            <a:r>
              <a:rPr sz="900" b="1">
                <a:solidFill>
                  <a:srgbClr val="8B96A8"/>
                </a:solidFill>
                <a:latin typeface="Arial"/>
                <a:ea typeface="Arial"/>
                <a:cs typeface="Arial"/>
              </a:rPr>
              <a:t>16</a:t>
            </a:r>
          </a:p>
        </p:txBody>
      </p:sp>
    </p:spTree>
    <p:extLst>
      <p:ext uri="{BB962C8B-B14F-4D97-AF65-F5344CB8AC3E}">
        <p14:creationId xmlns:p14="http://schemas.microsoft.com/office/powerpoint/2010/main" val="48222062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9E3DE6D-8852-45A4-AAF0-E0DF35A426E2}"/>
              </a:ext>
            </a:extLst>
          </p:cNvPr>
          <p:cNvSpPr>
            <a:spLocks xmlns:a="http://schemas.openxmlformats.org/drawingml/2006/main" noGrp="1"/>
          </p:cNvSpPr>
          <p:nvPr/>
        </p:nvSpPr>
        <p:spPr>
          <a:xfrm xmlns:a="http://schemas.openxmlformats.org/drawingml/2006/main">
            <a:off x="419100" y="3524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0213D"/>
                </a:solidFill>
                <a:latin typeface="Arial"/>
                <a:ea typeface="Arial"/>
                <a:cs typeface="Arial"/>
              </a:defRPr>
            </a:pPr>
            <a:r>
              <a:rPr sz="2700" b="1">
                <a:solidFill>
                  <a:srgbClr val="10213D"/>
                </a:solidFill>
                <a:latin typeface="Arial"/>
                <a:ea typeface="Arial"/>
                <a:cs typeface="Arial"/>
              </a:rPr>
              <a:t>Phạm vi kỹ thuật hiện tại</a:t>
            </a:r>
          </a:p>
        </p:txBody>
      </p:sp>
      <p:sp>
        <p:nvSpPr>
          <p:cNvPr id="2" name="">
            <a:extLst xmlns:a="http://schemas.openxmlformats.org/drawingml/2006/main">
              <a:ext uri="{FF2B5EF4-FFF2-40B4-BE49-F238E27FC236}">
                <a16:creationId xmlns:a16="http://schemas.microsoft.com/office/drawing/2014/main" id="{7399A908-FBA6-49F6-8295-3E59603EF25E}"/>
              </a:ext>
            </a:extLst>
          </p:cNvPr>
          <p:cNvSpPr>
            <a:spLocks xmlns:a="http://schemas.openxmlformats.org/drawingml/2006/main" noGrp="1"/>
          </p:cNvSpPr>
          <p:nvPr/>
        </p:nvSpPr>
        <p:spPr>
          <a:xfrm xmlns:a="http://schemas.openxmlformats.org/drawingml/2006/main">
            <a:off x="438150" y="933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625"/>
          </a:bodyPr>
          <a:lstStyle xmlns:a="http://schemas.openxmlformats.org/drawingml/2006/main"/>
          <a:p xmlns:a="http://schemas.openxmlformats.org/drawingml/2006/main">
            <a:pPr>
              <a:defRPr sz="1200">
                <a:solidFill>
                  <a:srgbClr val="5A6780"/>
                </a:solidFill>
                <a:latin typeface="Arial"/>
                <a:ea typeface="Arial"/>
                <a:cs typeface="Arial"/>
              </a:defRPr>
            </a:pPr>
            <a:r>
              <a:rPr sz="1200">
                <a:solidFill>
                  <a:srgbClr val="5A6780"/>
                </a:solidFill>
                <a:latin typeface="Arial"/>
                <a:ea typeface="Arial"/>
                <a:cs typeface="Arial"/>
              </a:rPr>
              <a:t>Những giới hạn này nên được nói rõ khi trình bày, để không diễn giải quá mức năng lực native path.</a:t>
            </a:r>
          </a:p>
        </p:txBody>
      </p:sp>
      <p:sp>
        <p:nvSpPr>
          <p:cNvPr id="3" name="">
            <a:extLst xmlns:a="http://schemas.openxmlformats.org/drawingml/2006/main">
              <a:ext uri="{FF2B5EF4-FFF2-40B4-BE49-F238E27FC236}">
                <a16:creationId xmlns:a16="http://schemas.microsoft.com/office/drawing/2014/main" id="{3F22EA46-45A2-4DCF-B376-B6A6E974D06B}"/>
              </a:ext>
            </a:extLst>
          </p:cNvPr>
          <p:cNvSpPr>
            <a:spLocks xmlns:a="http://schemas.openxmlformats.org/drawingml/2006/main" noGrp="1"/>
          </p:cNvSpPr>
          <p:nvPr/>
        </p:nvSpPr>
        <p:spPr>
          <a:xfrm xmlns:a="http://schemas.openxmlformats.org/drawingml/2006/main">
            <a:off x="419100" y="1304925"/>
            <a:ext cx="11353800" cy="0"/>
          </a:xfrm>
          <a:prstGeom xmlns:a="http://schemas.openxmlformats.org/drawingml/2006/main" prst="line">
            <a:avLst/>
          </a:prstGeom>
          <a:noFill xmlns:a="http://schemas.openxmlformats.org/drawingml/2006/main"/>
          <a:ln xmlns:a="http://schemas.openxmlformats.org/drawingml/2006/main" w="9525">
            <a:solidFill>
              <a:srgbClr val="D6DFEB"/>
            </a:solidFill>
          </a:ln>
        </p:spPr>
      </p:sp>
      <p:sp>
        <p:nvSpPr>
          <p:cNvPr id="4" name="">
            <a:extLst xmlns:a="http://schemas.openxmlformats.org/drawingml/2006/main">
              <a:ext uri="{FF2B5EF4-FFF2-40B4-BE49-F238E27FC236}">
                <a16:creationId xmlns:a16="http://schemas.microsoft.com/office/drawing/2014/main" id="{CF844E89-FF78-403E-A230-14CF5D21F8CC}"/>
              </a:ext>
            </a:extLst>
          </p:cNvPr>
          <p:cNvSpPr>
            <a:spLocks xmlns:a="http://schemas.openxmlformats.org/drawingml/2006/main" noGrp="1"/>
          </p:cNvSpPr>
          <p:nvPr/>
        </p:nvSpPr>
        <p:spPr>
          <a:xfrm xmlns:a="http://schemas.openxmlformats.org/drawingml/2006/main">
            <a:off x="914400" y="1838325"/>
            <a:ext cx="10363200" cy="895350"/>
          </a:xfrm>
          <a:prstGeom xmlns:a="http://schemas.openxmlformats.org/drawingml/2006/main" prst="roundRect">
            <a:avLst>
              <a:gd name="adj" fmla="val 8511"/>
            </a:avLst>
          </a:prstGeom>
          <a:solidFill xmlns:a="http://schemas.openxmlformats.org/drawingml/2006/main">
            <a:srgbClr val="25A36F">
              <a:alpha val="7059"/>
            </a:srgbClr>
          </a:solidFill>
          <a:ln xmlns:a="http://schemas.openxmlformats.org/drawingml/2006/main" w="9525">
            <a:solidFill>
              <a:srgbClr val="25A36F"/>
            </a:solidFill>
          </a:ln>
        </p:spPr>
      </p:sp>
      <p:sp>
        <p:nvSpPr>
          <p:cNvPr id="5" name="">
            <a:extLst xmlns:a="http://schemas.openxmlformats.org/drawingml/2006/main">
              <a:ext uri="{FF2B5EF4-FFF2-40B4-BE49-F238E27FC236}">
                <a16:creationId xmlns:a16="http://schemas.microsoft.com/office/drawing/2014/main" id="{C9294D25-0C29-4B16-B12F-3F20E9354B49}"/>
              </a:ext>
            </a:extLst>
          </p:cNvPr>
          <p:cNvSpPr>
            <a:spLocks xmlns:a="http://schemas.openxmlformats.org/drawingml/2006/main" noGrp="1"/>
          </p:cNvSpPr>
          <p:nvPr/>
        </p:nvSpPr>
        <p:spPr>
          <a:xfrm xmlns:a="http://schemas.openxmlformats.org/drawingml/2006/main">
            <a:off x="1181100" y="2038350"/>
            <a:ext cx="19526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7361"/>
          </a:bodyPr>
          <a:lstStyle xmlns:a="http://schemas.openxmlformats.org/drawingml/2006/main"/>
          <a:p xmlns:a="http://schemas.openxmlformats.org/drawingml/2006/main">
            <a:pPr>
              <a:defRPr sz="1800" b="1">
                <a:solidFill>
                  <a:srgbClr val="25A36F"/>
                </a:solidFill>
                <a:latin typeface="Arial"/>
                <a:ea typeface="Arial"/>
                <a:cs typeface="Arial"/>
              </a:defRPr>
            </a:pPr>
            <a:r>
              <a:rPr sz="1800" b="1">
                <a:solidFill>
                  <a:srgbClr val="25A36F"/>
                </a:solidFill>
                <a:latin typeface="Arial"/>
                <a:ea typeface="Arial"/>
                <a:cs typeface="Arial"/>
              </a:rPr>
              <a:t>Đã xác nhận</a:t>
            </a:r>
          </a:p>
        </p:txBody>
      </p:sp>
      <p:sp>
        <p:nvSpPr>
          <p:cNvPr id="6" name="">
            <a:extLst xmlns:a="http://schemas.openxmlformats.org/drawingml/2006/main">
              <a:ext uri="{FF2B5EF4-FFF2-40B4-BE49-F238E27FC236}">
                <a16:creationId xmlns:a16="http://schemas.microsoft.com/office/drawing/2014/main" id="{E9563763-7339-474C-8766-B9AFBC381D84}"/>
              </a:ext>
            </a:extLst>
          </p:cNvPr>
          <p:cNvSpPr>
            <a:spLocks xmlns:a="http://schemas.openxmlformats.org/drawingml/2006/main" noGrp="1"/>
          </p:cNvSpPr>
          <p:nvPr/>
        </p:nvSpPr>
        <p:spPr>
          <a:xfrm xmlns:a="http://schemas.openxmlformats.org/drawingml/2006/main">
            <a:off x="3381375" y="2000250"/>
            <a:ext cx="7543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667"/>
          </a:bodyPr>
          <a:lstStyle xmlns:a="http://schemas.openxmlformats.org/drawingml/2006/main"/>
          <a:p xmlns:a="http://schemas.openxmlformats.org/drawingml/2006/main">
            <a:pPr>
              <a:defRPr sz="1650">
                <a:solidFill>
                  <a:srgbClr val="5A6780"/>
                </a:solidFill>
                <a:latin typeface="Arial"/>
                <a:ea typeface="Arial"/>
                <a:cs typeface="Arial"/>
              </a:defRPr>
            </a:pPr>
            <a:r>
              <a:rPr sz="1650">
                <a:solidFill>
                  <a:srgbClr val="5A6780"/>
                </a:solidFill>
                <a:latin typeface="Arial"/>
                <a:ea typeface="Arial"/>
                <a:cs typeface="Arial"/>
              </a:rPr>
              <a:t>Annex-B H.264, Baseline/Main CAVLC, IDR I-slice, frame-only, blind extract và strict decode trong cấu hình thử</a:t>
            </a:r>
          </a:p>
        </p:txBody>
      </p:sp>
      <p:sp>
        <p:nvSpPr>
          <p:cNvPr id="7" name="">
            <a:extLst xmlns:a="http://schemas.openxmlformats.org/drawingml/2006/main">
              <a:ext uri="{FF2B5EF4-FFF2-40B4-BE49-F238E27FC236}">
                <a16:creationId xmlns:a16="http://schemas.microsoft.com/office/drawing/2014/main" id="{7928F499-9846-47E1-8DA3-EBCCCAA66E99}"/>
              </a:ext>
            </a:extLst>
          </p:cNvPr>
          <p:cNvSpPr>
            <a:spLocks xmlns:a="http://schemas.openxmlformats.org/drawingml/2006/main" noGrp="1"/>
          </p:cNvSpPr>
          <p:nvPr/>
        </p:nvSpPr>
        <p:spPr>
          <a:xfrm xmlns:a="http://schemas.openxmlformats.org/drawingml/2006/main">
            <a:off x="914400" y="3028950"/>
            <a:ext cx="10363200" cy="895350"/>
          </a:xfrm>
          <a:prstGeom xmlns:a="http://schemas.openxmlformats.org/drawingml/2006/main" prst="roundRect">
            <a:avLst>
              <a:gd name="adj" fmla="val 8511"/>
            </a:avLst>
          </a:prstGeom>
          <a:solidFill xmlns:a="http://schemas.openxmlformats.org/drawingml/2006/main">
            <a:srgbClr val="F2994A">
              <a:alpha val="7059"/>
            </a:srgbClr>
          </a:solidFill>
          <a:ln xmlns:a="http://schemas.openxmlformats.org/drawingml/2006/main" w="9525">
            <a:solidFill>
              <a:srgbClr val="F2994A"/>
            </a:solidFill>
          </a:ln>
        </p:spPr>
      </p:sp>
      <p:sp>
        <p:nvSpPr>
          <p:cNvPr id="8" name="">
            <a:extLst xmlns:a="http://schemas.openxmlformats.org/drawingml/2006/main">
              <a:ext uri="{FF2B5EF4-FFF2-40B4-BE49-F238E27FC236}">
                <a16:creationId xmlns:a16="http://schemas.microsoft.com/office/drawing/2014/main" id="{3765F878-B995-47AD-AF8A-C992ADA484E7}"/>
              </a:ext>
            </a:extLst>
          </p:cNvPr>
          <p:cNvSpPr>
            <a:spLocks xmlns:a="http://schemas.openxmlformats.org/drawingml/2006/main" noGrp="1"/>
          </p:cNvSpPr>
          <p:nvPr/>
        </p:nvSpPr>
        <p:spPr>
          <a:xfrm xmlns:a="http://schemas.openxmlformats.org/drawingml/2006/main">
            <a:off x="1181100" y="3228975"/>
            <a:ext cx="19526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7361"/>
          </a:bodyPr>
          <a:lstStyle xmlns:a="http://schemas.openxmlformats.org/drawingml/2006/main"/>
          <a:p xmlns:a="http://schemas.openxmlformats.org/drawingml/2006/main">
            <a:pPr>
              <a:defRPr sz="1800" b="1">
                <a:solidFill>
                  <a:srgbClr val="F2994A"/>
                </a:solidFill>
                <a:latin typeface="Arial"/>
                <a:ea typeface="Arial"/>
                <a:cs typeface="Arial"/>
              </a:defRPr>
            </a:pPr>
            <a:r>
              <a:rPr sz="1800" b="1">
                <a:solidFill>
                  <a:srgbClr val="F2994A"/>
                </a:solidFill>
                <a:latin typeface="Arial"/>
                <a:ea typeface="Arial"/>
                <a:cs typeface="Arial"/>
              </a:rPr>
              <a:t>Chưa khẳng định</a:t>
            </a:r>
          </a:p>
        </p:txBody>
      </p:sp>
      <p:sp>
        <p:nvSpPr>
          <p:cNvPr id="9" name="">
            <a:extLst xmlns:a="http://schemas.openxmlformats.org/drawingml/2006/main">
              <a:ext uri="{FF2B5EF4-FFF2-40B4-BE49-F238E27FC236}">
                <a16:creationId xmlns:a16="http://schemas.microsoft.com/office/drawing/2014/main" id="{2BF3EEED-EFF5-4409-8E5E-263657CD62F0}"/>
              </a:ext>
            </a:extLst>
          </p:cNvPr>
          <p:cNvSpPr>
            <a:spLocks xmlns:a="http://schemas.openxmlformats.org/drawingml/2006/main" noGrp="1"/>
          </p:cNvSpPr>
          <p:nvPr/>
        </p:nvSpPr>
        <p:spPr>
          <a:xfrm xmlns:a="http://schemas.openxmlformats.org/drawingml/2006/main">
            <a:off x="3381375" y="3190875"/>
            <a:ext cx="7543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667"/>
          </a:bodyPr>
          <a:lstStyle xmlns:a="http://schemas.openxmlformats.org/drawingml/2006/main"/>
          <a:p xmlns:a="http://schemas.openxmlformats.org/drawingml/2006/main">
            <a:pPr>
              <a:defRPr sz="1650">
                <a:solidFill>
                  <a:srgbClr val="5A6780"/>
                </a:solidFill>
                <a:latin typeface="Arial"/>
                <a:ea typeface="Arial"/>
                <a:cs typeface="Arial"/>
              </a:defRPr>
            </a:pPr>
            <a:r>
              <a:rPr sz="1650">
                <a:solidFill>
                  <a:srgbClr val="5A6780"/>
                </a:solidFill>
                <a:latin typeface="Arial"/>
                <a:ea typeface="Arial"/>
                <a:cs typeface="Arial"/>
              </a:rPr>
              <a:t>CABAC, mọi GOP, P/B-frame, slice groups, mọi camera/độ phân giải hay realtime 30 FPS</a:t>
            </a:r>
          </a:p>
        </p:txBody>
      </p:sp>
      <p:sp>
        <p:nvSpPr>
          <p:cNvPr id="10" name="">
            <a:extLst xmlns:a="http://schemas.openxmlformats.org/drawingml/2006/main">
              <a:ext uri="{FF2B5EF4-FFF2-40B4-BE49-F238E27FC236}">
                <a16:creationId xmlns:a16="http://schemas.microsoft.com/office/drawing/2014/main" id="{0B795D1B-D47C-4519-9088-31B2EFFC4981}"/>
              </a:ext>
            </a:extLst>
          </p:cNvPr>
          <p:cNvSpPr>
            <a:spLocks xmlns:a="http://schemas.openxmlformats.org/drawingml/2006/main" noGrp="1"/>
          </p:cNvSpPr>
          <p:nvPr/>
        </p:nvSpPr>
        <p:spPr>
          <a:xfrm xmlns:a="http://schemas.openxmlformats.org/drawingml/2006/main">
            <a:off x="914400" y="4219575"/>
            <a:ext cx="10363200" cy="895350"/>
          </a:xfrm>
          <a:prstGeom xmlns:a="http://schemas.openxmlformats.org/drawingml/2006/main" prst="roundRect">
            <a:avLst>
              <a:gd name="adj" fmla="val 8511"/>
            </a:avLst>
          </a:prstGeom>
          <a:solidFill xmlns:a="http://schemas.openxmlformats.org/drawingml/2006/main">
            <a:srgbClr val="2667D8">
              <a:alpha val="7059"/>
            </a:srgbClr>
          </a:solidFill>
          <a:ln xmlns:a="http://schemas.openxmlformats.org/drawingml/2006/main" w="9525">
            <a:solidFill>
              <a:srgbClr val="2667D8"/>
            </a:solidFill>
          </a:ln>
        </p:spPr>
      </p:sp>
      <p:sp>
        <p:nvSpPr>
          <p:cNvPr id="11" name="">
            <a:extLst xmlns:a="http://schemas.openxmlformats.org/drawingml/2006/main">
              <a:ext uri="{FF2B5EF4-FFF2-40B4-BE49-F238E27FC236}">
                <a16:creationId xmlns:a16="http://schemas.microsoft.com/office/drawing/2014/main" id="{2A0BA284-80B0-441B-BAE3-BD87111114A5}"/>
              </a:ext>
            </a:extLst>
          </p:cNvPr>
          <p:cNvSpPr>
            <a:spLocks xmlns:a="http://schemas.openxmlformats.org/drawingml/2006/main" noGrp="1"/>
          </p:cNvSpPr>
          <p:nvPr/>
        </p:nvSpPr>
        <p:spPr>
          <a:xfrm xmlns:a="http://schemas.openxmlformats.org/drawingml/2006/main">
            <a:off x="1181100" y="4419600"/>
            <a:ext cx="19526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7361"/>
          </a:bodyPr>
          <a:lstStyle xmlns:a="http://schemas.openxmlformats.org/drawingml/2006/main"/>
          <a:p xmlns:a="http://schemas.openxmlformats.org/drawingml/2006/main">
            <a:pPr>
              <a:defRPr sz="1800" b="1">
                <a:solidFill>
                  <a:srgbClr val="2667D8"/>
                </a:solidFill>
                <a:latin typeface="Arial"/>
                <a:ea typeface="Arial"/>
                <a:cs typeface="Arial"/>
              </a:defRPr>
            </a:pPr>
            <a:r>
              <a:rPr sz="1800" b="1">
                <a:solidFill>
                  <a:srgbClr val="2667D8"/>
                </a:solidFill>
                <a:latin typeface="Arial"/>
                <a:ea typeface="Arial"/>
                <a:cs typeface="Arial"/>
              </a:rPr>
              <a:t>Cách dùng đúng</a:t>
            </a:r>
          </a:p>
        </p:txBody>
      </p:sp>
      <p:sp>
        <p:nvSpPr>
          <p:cNvPr id="12" name="">
            <a:extLst xmlns:a="http://schemas.openxmlformats.org/drawingml/2006/main">
              <a:ext uri="{FF2B5EF4-FFF2-40B4-BE49-F238E27FC236}">
                <a16:creationId xmlns:a16="http://schemas.microsoft.com/office/drawing/2014/main" id="{71590AA7-BD9B-49E2-A046-617293DE7611}"/>
              </a:ext>
            </a:extLst>
          </p:cNvPr>
          <p:cNvSpPr>
            <a:spLocks xmlns:a="http://schemas.openxmlformats.org/drawingml/2006/main" noGrp="1"/>
          </p:cNvSpPr>
          <p:nvPr/>
        </p:nvSpPr>
        <p:spPr>
          <a:xfrm xmlns:a="http://schemas.openxmlformats.org/drawingml/2006/main">
            <a:off x="3381375" y="4381500"/>
            <a:ext cx="7543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667"/>
          </a:bodyPr>
          <a:lstStyle xmlns:a="http://schemas.openxmlformats.org/drawingml/2006/main"/>
          <a:p xmlns:a="http://schemas.openxmlformats.org/drawingml/2006/main">
            <a:pPr>
              <a:defRPr sz="1650">
                <a:solidFill>
                  <a:srgbClr val="5A6780"/>
                </a:solidFill>
                <a:latin typeface="Arial"/>
                <a:ea typeface="Arial"/>
                <a:cs typeface="Arial"/>
              </a:defRPr>
            </a:pPr>
            <a:r>
              <a:rPr sz="1650">
                <a:solidFill>
                  <a:srgbClr val="5A6780"/>
                </a:solidFill>
                <a:latin typeface="Arial"/>
                <a:ea typeface="Arial"/>
                <a:cs typeface="Arial"/>
              </a:rPr>
              <a:t>Đưa container qua FFmpeg sang raw H.264 Annex-B, kiểm tra profile/entropy mode và chạy quality + decode validation</a:t>
            </a:r>
          </a:p>
        </p:txBody>
      </p:sp>
      <p:sp>
        <p:nvSpPr>
          <p:cNvPr id="13" name="">
            <a:extLst xmlns:a="http://schemas.openxmlformats.org/drawingml/2006/main">
              <a:ext uri="{FF2B5EF4-FFF2-40B4-BE49-F238E27FC236}">
                <a16:creationId xmlns:a16="http://schemas.microsoft.com/office/drawing/2014/main" id="{30695898-D4BF-457E-B255-6CA286889123}"/>
              </a:ext>
            </a:extLst>
          </p:cNvPr>
          <p:cNvSpPr>
            <a:spLocks xmlns:a="http://schemas.openxmlformats.org/drawingml/2006/main" noGrp="1"/>
          </p:cNvSpPr>
          <p:nvPr/>
        </p:nvSpPr>
        <p:spPr>
          <a:xfrm xmlns:a="http://schemas.openxmlformats.org/drawingml/2006/main">
            <a:off x="1466850" y="5715000"/>
            <a:ext cx="923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9697"/>
          </a:bodyPr>
          <a:lstStyle xmlns:a="http://schemas.openxmlformats.org/drawingml/2006/main"/>
          <a:p xmlns:a="http://schemas.openxmlformats.org/drawingml/2006/main">
            <a:pPr>
              <a:defRPr sz="1650" b="1">
                <a:solidFill>
                  <a:srgbClr val="0B1B35"/>
                </a:solidFill>
                <a:latin typeface="Arial"/>
                <a:ea typeface="Arial"/>
                <a:cs typeface="Arial"/>
              </a:defRPr>
            </a:pPr>
            <a:r>
              <a:rPr sz="1650" b="1">
                <a:solidFill>
                  <a:srgbClr val="0B1B35"/>
                </a:solidFill>
                <a:latin typeface="Arial"/>
                <a:ea typeface="Arial"/>
                <a:cs typeface="Arial"/>
              </a:rPr>
              <a:t>Kết luận: cách nhúng an toàn bắt đầu từ hiểu đúng định dạng video và phạm vi parser, rồi mới nói đến proof.</a:t>
            </a:r>
          </a:p>
        </p:txBody>
      </p:sp>
      <p:sp>
        <p:nvSpPr>
          <p:cNvPr id="14" name="">
            <a:extLst xmlns:a="http://schemas.openxmlformats.org/drawingml/2006/main">
              <a:ext uri="{FF2B5EF4-FFF2-40B4-BE49-F238E27FC236}">
                <a16:creationId xmlns:a16="http://schemas.microsoft.com/office/drawing/2014/main" id="{94105A04-AC15-467E-B9DF-B4E617D28842}"/>
              </a:ext>
            </a:extLst>
          </p:cNvPr>
          <p:cNvSpPr>
            <a:spLocks xmlns:a="http://schemas.openxmlformats.org/drawingml/2006/main" noGrp="1"/>
          </p:cNvSpPr>
          <p:nvPr/>
        </p:nvSpPr>
        <p:spPr>
          <a:xfrm xmlns:a="http://schemas.openxmlformats.org/drawingml/2006/main">
            <a:off x="400050" y="6486525"/>
            <a:ext cx="30480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15" name="">
            <a:extLst xmlns:a="http://schemas.openxmlformats.org/drawingml/2006/main">
              <a:ext uri="{FF2B5EF4-FFF2-40B4-BE49-F238E27FC236}">
                <a16:creationId xmlns:a16="http://schemas.microsoft.com/office/drawing/2014/main" id="{DEC1412A-BE55-45E7-B957-2C243E7A1A9F}"/>
              </a:ext>
            </a:extLst>
          </p:cNvPr>
          <p:cNvSpPr>
            <a:spLocks xmlns:a="http://schemas.openxmlformats.org/drawingml/2006/main" noGrp="1"/>
          </p:cNvSpPr>
          <p:nvPr/>
        </p:nvSpPr>
        <p:spPr>
          <a:xfrm xmlns:a="http://schemas.openxmlformats.org/drawingml/2006/main">
            <a:off x="11287125" y="6457950"/>
            <a:ext cx="4762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30556"/>
          </a:bodyPr>
          <a:lstStyle xmlns:a="http://schemas.openxmlformats.org/drawingml/2006/main"/>
          <a:p xmlns:a="http://schemas.openxmlformats.org/drawingml/2006/main">
            <a:pPr>
              <a:defRPr sz="900" b="1">
                <a:solidFill>
                  <a:srgbClr val="8B96A8"/>
                </a:solidFill>
                <a:latin typeface="Arial"/>
                <a:ea typeface="Arial"/>
                <a:cs typeface="Arial"/>
              </a:defRPr>
            </a:pPr>
            <a:r>
              <a:rPr sz="900" b="1">
                <a:solidFill>
                  <a:srgbClr val="8B96A8"/>
                </a:solidFill>
                <a:latin typeface="Arial"/>
                <a:ea typeface="Arial"/>
                <a:cs typeface="Arial"/>
              </a:rPr>
              <a:t>17</a:t>
            </a:r>
          </a:p>
        </p:txBody>
      </p:sp>
    </p:spTree>
    <p:extLst>
      <p:ext uri="{BB962C8B-B14F-4D97-AF65-F5344CB8AC3E}">
        <p14:creationId xmlns:p14="http://schemas.microsoft.com/office/powerpoint/2010/main" val="3756576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2026-09-25T20:40:39.3690000Z</dcterms:created>
  <dcterms:modified xsi:type="dcterms:W3CDTF">2026-09-25T20:40:39.3690000Z</dcterms:modified>
</coreProperties>
</file>